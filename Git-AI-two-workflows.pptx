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7.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Lst>
  <p:sldSz cx="15240000" cy="85725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nSpc>
                <a:spcPct val="90000"/>
              </a:lnSpc>
            </a:pPr>
            <a:r>
              <a:rPr lang="en-US" sz="4400" b="0" u="none" strike="noStrike">
                <a:solidFill>
                  <a:schemeClr val="dk1"/>
                </a:solidFill>
                <a:effectLst/>
                <a:uFillTx/>
                <a:latin typeface="Aptos"/>
              </a:rPr>
              <a:t>Click to move the slide</a:t>
            </a:r>
            <a:endParaRPr lang="en-US" sz="4400" b="0" u="none" strike="noStrike">
              <a:solidFill>
                <a:schemeClr val="dk1"/>
              </a:solidFill>
              <a:effectLst/>
              <a:uFillTx/>
              <a:latin typeface="Aptos"/>
            </a:endParaRPr>
          </a:p>
        </p:txBody>
      </p:sp>
      <p:sp>
        <p:nvSpPr>
          <p:cNvPr id="1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4"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5"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93C40BA-504F-46AD-85D6-8D2828356940}"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sldImg"/>
          </p:nvPr>
        </p:nvSpPr>
        <p:spPr>
          <a:xfrm>
            <a:off x="0" y="0"/>
            <a:ext cx="0" cy="0"/>
          </a:xfrm>
          <a:prstGeom prst="rect">
            <a:avLst/>
          </a:prstGeom>
          <a:ln w="0">
            <a:noFill/>
          </a:ln>
        </p:spPr>
      </p:sp>
      <p:sp>
        <p:nvSpPr>
          <p:cNvPr id="48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Hypothetical comparison of two independent repositories, both before and after Agentic AI at the shared time origin. Repo A already uses CI/CD, automated checks and iterative development before AI. After AI, shorter feedback cycles and more parallel improvement experiments can produce more accepted changes. Repo B has no CI/CD and uses waterfall stage handoffs. Agentic AI can accelerate its coding stage, illustrated by closer coding commits, but downstream handoffs and late validation remain. AI does not automatically remove these constraints. Some branches cross the AI adoption line in both repos. Equal time windows and 24-pixel lane spacing are used. Commit/CI event overlays are conceptual, not literal Git DAG exports. Branches and worktree counts alone do not measure productivity. Repo B can also benefit more if it uses AI to change its workflow, automate validation or remove bottlenecks; the scenario assumes these process constraints remain. No actual measurements or quantitative improvement ratios were provided. Amber triangles on Repo A identify selecting new improvement objectives. Open ends show work not integrated yet. Squares in Repo B are manual stage reviews, not automated CI. All text and diagram objects are editable.</a:t>
            </a:r>
            <a:endParaRPr lang="en-US" sz="2000" b="0" u="none" strike="noStrike">
              <a:solidFill>
                <a:srgbClr val="000000"/>
              </a:solidFill>
              <a:effectLst/>
              <a:uFillTx/>
              <a:latin typeface="Arial"/>
            </a:endParaRPr>
          </a:p>
        </p:txBody>
      </p:sp>
      <p:sp>
        <p:nvSpPr>
          <p:cNvPr id="481"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3571920"/>
            <a:ext cx="12191760" cy="1428480"/>
          </a:xfrm>
          <a:prstGeom prst="rect">
            <a:avLst/>
          </a:prstGeom>
          <a:noFill/>
          <a:ln w="0">
            <a:noFill/>
          </a:ln>
        </p:spPr>
        <p:txBody>
          <a:bodyPr lIns="0" tIns="0" rIns="0" bIns="0" anchor="ctr">
            <a:normAutofit/>
          </a:bodyPr>
          <a:lstStyle>
            <a:lvl1pPr indent="0" algn="l">
              <a:lnSpc>
                <a:spcPct val="90000"/>
              </a:lnSpc>
              <a:buNone/>
              <a:defRPr lang="en-US" sz="5250" b="0" u="none" strike="noStrike">
                <a:solidFill>
                  <a:schemeClr val="dk1"/>
                </a:solidFill>
                <a:effectLst/>
                <a:uFillTx/>
                <a:latin typeface="Aptos"/>
              </a:defRPr>
            </a:lvl1pPr>
          </a:lstStyle>
          <a:p>
            <a:pPr indent="0" algn="l">
              <a:lnSpc>
                <a:spcPct val="90000"/>
              </a:lnSpc>
              <a:buNone/>
            </a:pPr>
            <a:r>
              <a:rPr lang="en-US" sz="5250" b="0" u="none" strike="noStrike">
                <a:solidFill>
                  <a:schemeClr val="dk1"/>
                </a:solidFill>
                <a:effectLst/>
                <a:uFillTx/>
                <a:latin typeface="Aptos"/>
              </a:rPr>
              <a:t>Click to edit the title text format</a:t>
            </a:r>
            <a:endParaRPr lang="en-US" sz="5250" b="0" u="none" strike="noStrike">
              <a:solidFill>
                <a:schemeClr val="dk1"/>
              </a:solidFill>
              <a:effectLst/>
              <a:uFillTx/>
              <a:latin typeface="Apto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One Column">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857160" y="666720"/>
            <a:ext cx="13525200" cy="1047240"/>
          </a:xfrm>
          <a:prstGeom prst="rect">
            <a:avLst/>
          </a:prstGeom>
          <a:noFill/>
          <a:ln w="0">
            <a:noFill/>
          </a:ln>
        </p:spPr>
        <p:txBody>
          <a:bodyPr lIns="0" tIns="0" rIns="0" bIns="0" anchor="t">
            <a:normAutofit/>
          </a:bodyPr>
          <a:lstStyle>
            <a:lvl1pPr indent="0" algn="l">
              <a:lnSpc>
                <a:spcPct val="90000"/>
              </a:lnSpc>
              <a:buNone/>
              <a:defRPr lang="en-US" sz="4120" b="0" u="none" strike="noStrike">
                <a:solidFill>
                  <a:schemeClr val="dk1"/>
                </a:solidFill>
                <a:effectLst/>
                <a:uFillTx/>
                <a:latin typeface="Aptos"/>
              </a:defRPr>
            </a:lvl1pPr>
          </a:lstStyle>
          <a:p>
            <a:pPr indent="0" algn="l">
              <a:lnSpc>
                <a:spcPct val="90000"/>
              </a:lnSpc>
              <a:buNone/>
            </a:pPr>
            <a:r>
              <a:rPr lang="en-US" sz="4120" b="0" u="none" strike="noStrike">
                <a:solidFill>
                  <a:schemeClr val="dk1"/>
                </a:solidFill>
                <a:effectLst/>
                <a:uFillTx/>
                <a:latin typeface="Aptos"/>
              </a:rPr>
              <a:t>Click to edit the title text format</a:t>
            </a:r>
            <a:endParaRPr lang="en-US" sz="4120" b="0" u="none" strike="noStrike">
              <a:solidFill>
                <a:schemeClr val="dk1"/>
              </a:solidFill>
              <a:effectLst/>
              <a:uFillTx/>
              <a:latin typeface="Aptos"/>
            </a:endParaRPr>
          </a:p>
        </p:txBody>
      </p:sp>
      <p:sp>
        <p:nvSpPr>
          <p:cNvPr id="4" name="PlaceHolder 2"/>
          <p:cNvSpPr>
            <a:spLocks noGrp="1"/>
          </p:cNvSpPr>
          <p:nvPr>
            <p:ph type="body"/>
          </p:nvPr>
        </p:nvSpPr>
        <p:spPr>
          <a:xfrm>
            <a:off x="857160" y="2381400"/>
            <a:ext cx="6286320" cy="533376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1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81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281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281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81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81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810" b="0" u="none" strike="noStrike">
                <a:solidFill>
                  <a:schemeClr val="dk1"/>
                </a:solidFill>
                <a:effectLst/>
                <a:uFillTx/>
                <a:latin typeface="Aptos"/>
              </a:defRPr>
            </a:lvl7pPr>
          </a:lstStyle>
          <a:p>
            <a:pPr marL="285840" indent="-285840" algn="l">
              <a:lnSpc>
                <a:spcPct val="90000"/>
              </a:lnSpc>
              <a:spcBef>
                <a:spcPts val="1417"/>
              </a:spcBef>
              <a:buClr>
                <a:srgbClr val="000000"/>
              </a:buClr>
              <a:buSzPct val="45000"/>
              <a:buFont typeface="Wingdings" charset="2"/>
              <a:buChar char=""/>
            </a:pPr>
            <a:r>
              <a:rPr lang="en-US" sz="2810" b="0" u="none" strike="noStrike">
                <a:solidFill>
                  <a:schemeClr val="dk1"/>
                </a:solidFill>
                <a:effectLst/>
                <a:uFillTx/>
                <a:latin typeface="Aptos"/>
              </a:rPr>
              <a:t>Click to edit the outline text format</a:t>
            </a:r>
            <a:endParaRPr lang="en-US" sz="2810" b="0" u="none" strike="noStrike">
              <a:solidFill>
                <a:schemeClr val="dk1"/>
              </a:solidFill>
              <a:effectLst/>
              <a:uFillTx/>
              <a:latin typeface="Aptos"/>
            </a:endParaRPr>
          </a:p>
          <a:p>
            <a:pPr marL="666720" lvl="1" indent="-285840" algn="l">
              <a:lnSpc>
                <a:spcPct val="90000"/>
              </a:lnSpc>
              <a:spcBef>
                <a:spcPts val="1134"/>
              </a:spcBef>
              <a:buClr>
                <a:srgbClr val="000000"/>
              </a:buClr>
              <a:buSzPct val="75000"/>
              <a:buFont typeface="Symbol" charset="2"/>
              <a:buChar char=""/>
            </a:pPr>
            <a:r>
              <a:rPr lang="en-US" sz="2810" b="0" u="none" strike="noStrike">
                <a:solidFill>
                  <a:schemeClr val="dk1"/>
                </a:solidFill>
                <a:effectLst/>
                <a:uFillTx/>
                <a:latin typeface="Aptos"/>
              </a:rPr>
              <a:t>Second Outline Level</a:t>
            </a:r>
            <a:endParaRPr lang="en-US" sz="2810" b="0" u="none" strike="noStrike">
              <a:solidFill>
                <a:schemeClr val="dk1"/>
              </a:solidFill>
              <a:effectLst/>
              <a:uFillTx/>
              <a:latin typeface="Aptos"/>
            </a:endParaRPr>
          </a:p>
          <a:p>
            <a:pPr marL="1047600" lvl="2" indent="-285840" algn="l">
              <a:lnSpc>
                <a:spcPct val="90000"/>
              </a:lnSpc>
              <a:spcBef>
                <a:spcPts val="850"/>
              </a:spcBef>
              <a:buClr>
                <a:srgbClr val="000000"/>
              </a:buClr>
              <a:buSzPct val="45000"/>
              <a:buFont typeface="Wingdings" charset="2"/>
              <a:buChar char=""/>
            </a:pPr>
            <a:r>
              <a:rPr lang="en-US" sz="2810" b="0" u="none" strike="noStrike">
                <a:solidFill>
                  <a:schemeClr val="dk1"/>
                </a:solidFill>
                <a:effectLst/>
                <a:uFillTx/>
                <a:latin typeface="Aptos"/>
              </a:rPr>
              <a:t>Third Outline Level</a:t>
            </a:r>
            <a:endParaRPr lang="en-US" sz="2810" b="0" u="none" strike="noStrike">
              <a:solidFill>
                <a:schemeClr val="dk1"/>
              </a:solidFill>
              <a:effectLst/>
              <a:uFillTx/>
              <a:latin typeface="Aptos"/>
            </a:endParaRPr>
          </a:p>
          <a:p>
            <a:pPr marL="1428840" lvl="3" indent="-285840" algn="l">
              <a:lnSpc>
                <a:spcPct val="90000"/>
              </a:lnSpc>
              <a:spcBef>
                <a:spcPts val="567"/>
              </a:spcBef>
              <a:buClr>
                <a:srgbClr val="000000"/>
              </a:buClr>
              <a:buSzPct val="75000"/>
              <a:buFont typeface="Symbol" charset="2"/>
              <a:buChar char=""/>
            </a:pPr>
            <a:r>
              <a:rPr lang="en-US" sz="2810" b="0" u="none" strike="noStrike">
                <a:solidFill>
                  <a:schemeClr val="dk1"/>
                </a:solidFill>
                <a:effectLst/>
                <a:uFillTx/>
                <a:latin typeface="Aptos"/>
              </a:rPr>
              <a:t>Fourth Outline Level</a:t>
            </a:r>
            <a:endParaRPr lang="en-US" sz="2810" b="0" u="none" strike="noStrike">
              <a:solidFill>
                <a:schemeClr val="dk1"/>
              </a:solidFill>
              <a:effectLst/>
              <a:uFillTx/>
              <a:latin typeface="Aptos"/>
            </a:endParaRPr>
          </a:p>
          <a:p>
            <a:pPr marL="1809720" lvl="4" indent="-285840" algn="l">
              <a:lnSpc>
                <a:spcPct val="90000"/>
              </a:lnSpc>
              <a:spcBef>
                <a:spcPts val="283"/>
              </a:spcBef>
              <a:buClr>
                <a:srgbClr val="000000"/>
              </a:buClr>
              <a:buSzPct val="45000"/>
              <a:buFont typeface="Wingdings" charset="2"/>
              <a:buChar char=""/>
            </a:pPr>
            <a:r>
              <a:rPr lang="en-US" sz="2810" b="0" u="none" strike="noStrike">
                <a:solidFill>
                  <a:schemeClr val="dk1"/>
                </a:solidFill>
                <a:effectLst/>
                <a:uFillTx/>
                <a:latin typeface="Aptos"/>
              </a:rPr>
              <a:t>Fifth Outline Level</a:t>
            </a:r>
            <a:endParaRPr lang="en-US" sz="2810" b="0" u="none" strike="noStrike">
              <a:solidFill>
                <a:schemeClr val="dk1"/>
              </a:solidFill>
              <a:effectLst/>
              <a:uFillTx/>
              <a:latin typeface="Aptos"/>
            </a:endParaRPr>
          </a:p>
          <a:p>
            <a:pPr marL="2190600" lvl="5" indent="-285840" algn="l">
              <a:lnSpc>
                <a:spcPct val="90000"/>
              </a:lnSpc>
              <a:spcBef>
                <a:spcPts val="283"/>
              </a:spcBef>
              <a:buClr>
                <a:srgbClr val="000000"/>
              </a:buClr>
              <a:buSzPct val="45000"/>
              <a:buFont typeface="Wingdings" charset="2"/>
              <a:buChar char=""/>
            </a:pPr>
            <a:r>
              <a:rPr lang="en-US" sz="2810" b="0" u="none" strike="noStrike">
                <a:solidFill>
                  <a:schemeClr val="dk1"/>
                </a:solidFill>
                <a:effectLst/>
                <a:uFillTx/>
                <a:latin typeface="Aptos"/>
              </a:rPr>
              <a:t>Sixth Outline Level</a:t>
            </a:r>
            <a:endParaRPr lang="en-US" sz="2810" b="0" u="none" strike="noStrike">
              <a:solidFill>
                <a:schemeClr val="dk1"/>
              </a:solidFill>
              <a:effectLst/>
              <a:uFillTx/>
              <a:latin typeface="Aptos"/>
            </a:endParaRPr>
          </a:p>
          <a:p>
            <a:pPr marL="2571840" lvl="6" indent="-285840" algn="l">
              <a:lnSpc>
                <a:spcPct val="90000"/>
              </a:lnSpc>
              <a:spcBef>
                <a:spcPts val="283"/>
              </a:spcBef>
              <a:buClr>
                <a:srgbClr val="000000"/>
              </a:buClr>
              <a:buSzPct val="45000"/>
              <a:buFont typeface="Wingdings" charset="2"/>
              <a:buChar char=""/>
            </a:pPr>
            <a:r>
              <a:rPr lang="en-US" sz="2810" b="0" u="none" strike="noStrike">
                <a:solidFill>
                  <a:schemeClr val="dk1"/>
                </a:solidFill>
                <a:effectLst/>
                <a:uFillTx/>
                <a:latin typeface="Aptos"/>
              </a:rPr>
              <a:t>Seventh Outline Level</a:t>
            </a:r>
            <a:endParaRPr lang="en-US" sz="2810" b="0" u="none" strike="noStrike">
              <a:solidFill>
                <a:schemeClr val="dk1"/>
              </a:solidFill>
              <a:effectLst/>
              <a:uFillTx/>
              <a:latin typeface="Aptos"/>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Two Column">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57160" y="666720"/>
            <a:ext cx="13525200" cy="1047240"/>
          </a:xfrm>
          <a:prstGeom prst="rect">
            <a:avLst/>
          </a:prstGeom>
          <a:noFill/>
          <a:ln w="0">
            <a:noFill/>
          </a:ln>
        </p:spPr>
        <p:txBody>
          <a:bodyPr lIns="0" tIns="0" rIns="0" bIns="0" anchor="t">
            <a:normAutofit/>
          </a:bodyPr>
          <a:lstStyle>
            <a:lvl1pPr indent="0" algn="l">
              <a:lnSpc>
                <a:spcPct val="90000"/>
              </a:lnSpc>
              <a:buNone/>
              <a:defRPr lang="en-US" sz="4120" b="0" u="none" strike="noStrike">
                <a:solidFill>
                  <a:schemeClr val="dk1"/>
                </a:solidFill>
                <a:effectLst/>
                <a:uFillTx/>
                <a:latin typeface="Aptos"/>
              </a:defRPr>
            </a:lvl1pPr>
          </a:lstStyle>
          <a:p>
            <a:pPr indent="0" algn="l">
              <a:lnSpc>
                <a:spcPct val="90000"/>
              </a:lnSpc>
              <a:buNone/>
            </a:pPr>
            <a:r>
              <a:rPr lang="en-US" sz="4120" b="0" u="none" strike="noStrike">
                <a:solidFill>
                  <a:schemeClr val="dk1"/>
                </a:solidFill>
                <a:effectLst/>
                <a:uFillTx/>
                <a:latin typeface="Aptos"/>
              </a:rPr>
              <a:t>Click to edit the title text format</a:t>
            </a:r>
            <a:endParaRPr lang="en-US" sz="4120" b="0" u="none" strike="noStrike">
              <a:solidFill>
                <a:schemeClr val="dk1"/>
              </a:solidFill>
              <a:effectLst/>
              <a:uFillTx/>
              <a:latin typeface="Aptos"/>
            </a:endParaRPr>
          </a:p>
        </p:txBody>
      </p:sp>
      <p:sp>
        <p:nvSpPr>
          <p:cNvPr id="6" name="PlaceHolder 2"/>
          <p:cNvSpPr>
            <a:spLocks noGrp="1"/>
          </p:cNvSpPr>
          <p:nvPr>
            <p:ph type="body"/>
          </p:nvPr>
        </p:nvSpPr>
        <p:spPr>
          <a:xfrm>
            <a:off x="857160" y="2381400"/>
            <a:ext cx="6286320" cy="533376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62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62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262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262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62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62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620" b="0" u="none" strike="noStrike">
                <a:solidFill>
                  <a:schemeClr val="dk1"/>
                </a:solidFill>
                <a:effectLst/>
                <a:uFillTx/>
                <a:latin typeface="Aptos"/>
              </a:defRPr>
            </a:lvl7pPr>
          </a:lstStyle>
          <a:p>
            <a:pPr marL="285840" indent="-285840" algn="l">
              <a:lnSpc>
                <a:spcPct val="90000"/>
              </a:lnSpc>
              <a:spcBef>
                <a:spcPts val="1417"/>
              </a:spcBef>
              <a:buClr>
                <a:srgbClr val="000000"/>
              </a:buClr>
              <a:buSzPct val="45000"/>
              <a:buFont typeface="Wingdings" charset="2"/>
              <a:buChar char=""/>
            </a:pPr>
            <a:r>
              <a:rPr lang="en-US" sz="2620" b="0" u="none" strike="noStrike">
                <a:solidFill>
                  <a:schemeClr val="dk1"/>
                </a:solidFill>
                <a:effectLst/>
                <a:uFillTx/>
                <a:latin typeface="Aptos"/>
              </a:rPr>
              <a:t>Click to edit the outline text format</a:t>
            </a:r>
            <a:endParaRPr lang="en-US" sz="2620" b="0" u="none" strike="noStrike">
              <a:solidFill>
                <a:schemeClr val="dk1"/>
              </a:solidFill>
              <a:effectLst/>
              <a:uFillTx/>
              <a:latin typeface="Aptos"/>
            </a:endParaRPr>
          </a:p>
          <a:p>
            <a:pPr marL="666720" lvl="1" indent="-285840" algn="l">
              <a:lnSpc>
                <a:spcPct val="90000"/>
              </a:lnSpc>
              <a:spcBef>
                <a:spcPts val="1134"/>
              </a:spcBef>
              <a:buClr>
                <a:srgbClr val="000000"/>
              </a:buClr>
              <a:buSzPct val="75000"/>
              <a:buFont typeface="Symbol" charset="2"/>
              <a:buChar char=""/>
            </a:pPr>
            <a:r>
              <a:rPr lang="en-US" sz="2620" b="0" u="none" strike="noStrike">
                <a:solidFill>
                  <a:schemeClr val="dk1"/>
                </a:solidFill>
                <a:effectLst/>
                <a:uFillTx/>
                <a:latin typeface="Aptos"/>
              </a:rPr>
              <a:t>Second Outline Level</a:t>
            </a:r>
            <a:endParaRPr lang="en-US" sz="2620" b="0" u="none" strike="noStrike">
              <a:solidFill>
                <a:schemeClr val="dk1"/>
              </a:solidFill>
              <a:effectLst/>
              <a:uFillTx/>
              <a:latin typeface="Aptos"/>
            </a:endParaRPr>
          </a:p>
          <a:p>
            <a:pPr marL="1047600" lvl="2" indent="-285840" algn="l">
              <a:lnSpc>
                <a:spcPct val="90000"/>
              </a:lnSpc>
              <a:spcBef>
                <a:spcPts val="850"/>
              </a:spcBef>
              <a:buClr>
                <a:srgbClr val="000000"/>
              </a:buClr>
              <a:buSzPct val="45000"/>
              <a:buFont typeface="Wingdings" charset="2"/>
              <a:buChar char=""/>
            </a:pPr>
            <a:r>
              <a:rPr lang="en-US" sz="2620" b="0" u="none" strike="noStrike">
                <a:solidFill>
                  <a:schemeClr val="dk1"/>
                </a:solidFill>
                <a:effectLst/>
                <a:uFillTx/>
                <a:latin typeface="Aptos"/>
              </a:rPr>
              <a:t>Third Outline Level</a:t>
            </a:r>
            <a:endParaRPr lang="en-US" sz="2620" b="0" u="none" strike="noStrike">
              <a:solidFill>
                <a:schemeClr val="dk1"/>
              </a:solidFill>
              <a:effectLst/>
              <a:uFillTx/>
              <a:latin typeface="Aptos"/>
            </a:endParaRPr>
          </a:p>
          <a:p>
            <a:pPr marL="1428840" lvl="3" indent="-285840" algn="l">
              <a:lnSpc>
                <a:spcPct val="90000"/>
              </a:lnSpc>
              <a:spcBef>
                <a:spcPts val="567"/>
              </a:spcBef>
              <a:buClr>
                <a:srgbClr val="000000"/>
              </a:buClr>
              <a:buSzPct val="75000"/>
              <a:buFont typeface="Symbol" charset="2"/>
              <a:buChar char=""/>
            </a:pPr>
            <a:r>
              <a:rPr lang="en-US" sz="2620" b="0" u="none" strike="noStrike">
                <a:solidFill>
                  <a:schemeClr val="dk1"/>
                </a:solidFill>
                <a:effectLst/>
                <a:uFillTx/>
                <a:latin typeface="Aptos"/>
              </a:rPr>
              <a:t>Fourth Outline Level</a:t>
            </a:r>
            <a:endParaRPr lang="en-US" sz="2620" b="0" u="none" strike="noStrike">
              <a:solidFill>
                <a:schemeClr val="dk1"/>
              </a:solidFill>
              <a:effectLst/>
              <a:uFillTx/>
              <a:latin typeface="Aptos"/>
            </a:endParaRPr>
          </a:p>
          <a:p>
            <a:pPr marL="1809720" lvl="4" indent="-285840" algn="l">
              <a:lnSpc>
                <a:spcPct val="90000"/>
              </a:lnSpc>
              <a:spcBef>
                <a:spcPts val="283"/>
              </a:spcBef>
              <a:buClr>
                <a:srgbClr val="000000"/>
              </a:buClr>
              <a:buSzPct val="45000"/>
              <a:buFont typeface="Wingdings" charset="2"/>
              <a:buChar char=""/>
            </a:pPr>
            <a:r>
              <a:rPr lang="en-US" sz="2620" b="0" u="none" strike="noStrike">
                <a:solidFill>
                  <a:schemeClr val="dk1"/>
                </a:solidFill>
                <a:effectLst/>
                <a:uFillTx/>
                <a:latin typeface="Aptos"/>
              </a:rPr>
              <a:t>Fifth Outline Level</a:t>
            </a:r>
            <a:endParaRPr lang="en-US" sz="2620" b="0" u="none" strike="noStrike">
              <a:solidFill>
                <a:schemeClr val="dk1"/>
              </a:solidFill>
              <a:effectLst/>
              <a:uFillTx/>
              <a:latin typeface="Aptos"/>
            </a:endParaRPr>
          </a:p>
          <a:p>
            <a:pPr marL="2190600" lvl="5" indent="-285840" algn="l">
              <a:lnSpc>
                <a:spcPct val="90000"/>
              </a:lnSpc>
              <a:spcBef>
                <a:spcPts val="283"/>
              </a:spcBef>
              <a:buClr>
                <a:srgbClr val="000000"/>
              </a:buClr>
              <a:buSzPct val="45000"/>
              <a:buFont typeface="Wingdings" charset="2"/>
              <a:buChar char=""/>
            </a:pPr>
            <a:r>
              <a:rPr lang="en-US" sz="2620" b="0" u="none" strike="noStrike">
                <a:solidFill>
                  <a:schemeClr val="dk1"/>
                </a:solidFill>
                <a:effectLst/>
                <a:uFillTx/>
                <a:latin typeface="Aptos"/>
              </a:rPr>
              <a:t>Sixth Outline Level</a:t>
            </a:r>
            <a:endParaRPr lang="en-US" sz="2620" b="0" u="none" strike="noStrike">
              <a:solidFill>
                <a:schemeClr val="dk1"/>
              </a:solidFill>
              <a:effectLst/>
              <a:uFillTx/>
              <a:latin typeface="Aptos"/>
            </a:endParaRPr>
          </a:p>
          <a:p>
            <a:pPr marL="2571840" lvl="6" indent="-285840" algn="l">
              <a:lnSpc>
                <a:spcPct val="90000"/>
              </a:lnSpc>
              <a:spcBef>
                <a:spcPts val="283"/>
              </a:spcBef>
              <a:buClr>
                <a:srgbClr val="000000"/>
              </a:buClr>
              <a:buSzPct val="45000"/>
              <a:buFont typeface="Wingdings" charset="2"/>
              <a:buChar char=""/>
            </a:pPr>
            <a:r>
              <a:rPr lang="en-US" sz="2620" b="0" u="none" strike="noStrike">
                <a:solidFill>
                  <a:schemeClr val="dk1"/>
                </a:solidFill>
                <a:effectLst/>
                <a:uFillTx/>
                <a:latin typeface="Aptos"/>
              </a:rPr>
              <a:t>Seventh Outline Level</a:t>
            </a:r>
            <a:endParaRPr lang="en-US" sz="2620" b="0" u="none" strike="noStrike">
              <a:solidFill>
                <a:schemeClr val="dk1"/>
              </a:solidFill>
              <a:effectLst/>
              <a:uFillTx/>
              <a:latin typeface="Aptos"/>
            </a:endParaRPr>
          </a:p>
        </p:txBody>
      </p:sp>
      <p:sp>
        <p:nvSpPr>
          <p:cNvPr id="7" name="PlaceHolder 3"/>
          <p:cNvSpPr>
            <a:spLocks noGrp="1"/>
          </p:cNvSpPr>
          <p:nvPr>
            <p:ph type="body"/>
          </p:nvPr>
        </p:nvSpPr>
        <p:spPr>
          <a:xfrm>
            <a:off x="8096400" y="2381400"/>
            <a:ext cx="6286320" cy="533376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62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62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262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262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62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62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620" b="0" u="none" strike="noStrike">
                <a:solidFill>
                  <a:schemeClr val="dk1"/>
                </a:solidFill>
                <a:effectLst/>
                <a:uFillTx/>
                <a:latin typeface="Aptos"/>
              </a:defRPr>
            </a:lvl7pPr>
          </a:lstStyle>
          <a:p>
            <a:pPr marL="285840" indent="-285840" algn="l">
              <a:lnSpc>
                <a:spcPct val="90000"/>
              </a:lnSpc>
              <a:spcBef>
                <a:spcPts val="1417"/>
              </a:spcBef>
              <a:buClr>
                <a:srgbClr val="000000"/>
              </a:buClr>
              <a:buSzPct val="45000"/>
              <a:buFont typeface="Wingdings" charset="2"/>
              <a:buChar char=""/>
            </a:pPr>
            <a:r>
              <a:rPr lang="en-US" sz="2620" b="0" u="none" strike="noStrike">
                <a:solidFill>
                  <a:schemeClr val="dk1"/>
                </a:solidFill>
                <a:effectLst/>
                <a:uFillTx/>
                <a:latin typeface="Aptos"/>
              </a:rPr>
              <a:t>Click to edit the outline text format</a:t>
            </a:r>
            <a:endParaRPr lang="en-US" sz="2620" b="0" u="none" strike="noStrike">
              <a:solidFill>
                <a:schemeClr val="dk1"/>
              </a:solidFill>
              <a:effectLst/>
              <a:uFillTx/>
              <a:latin typeface="Aptos"/>
            </a:endParaRPr>
          </a:p>
          <a:p>
            <a:pPr marL="666720" lvl="1" indent="-285840" algn="l">
              <a:lnSpc>
                <a:spcPct val="90000"/>
              </a:lnSpc>
              <a:spcBef>
                <a:spcPts val="1134"/>
              </a:spcBef>
              <a:buClr>
                <a:srgbClr val="000000"/>
              </a:buClr>
              <a:buSzPct val="75000"/>
              <a:buFont typeface="Symbol" charset="2"/>
              <a:buChar char=""/>
            </a:pPr>
            <a:r>
              <a:rPr lang="en-US" sz="2620" b="0" u="none" strike="noStrike">
                <a:solidFill>
                  <a:schemeClr val="dk1"/>
                </a:solidFill>
                <a:effectLst/>
                <a:uFillTx/>
                <a:latin typeface="Aptos"/>
              </a:rPr>
              <a:t>Second Outline Level</a:t>
            </a:r>
            <a:endParaRPr lang="en-US" sz="2620" b="0" u="none" strike="noStrike">
              <a:solidFill>
                <a:schemeClr val="dk1"/>
              </a:solidFill>
              <a:effectLst/>
              <a:uFillTx/>
              <a:latin typeface="Aptos"/>
            </a:endParaRPr>
          </a:p>
          <a:p>
            <a:pPr marL="1047600" lvl="2" indent="-285840" algn="l">
              <a:lnSpc>
                <a:spcPct val="90000"/>
              </a:lnSpc>
              <a:spcBef>
                <a:spcPts val="850"/>
              </a:spcBef>
              <a:buClr>
                <a:srgbClr val="000000"/>
              </a:buClr>
              <a:buSzPct val="45000"/>
              <a:buFont typeface="Wingdings" charset="2"/>
              <a:buChar char=""/>
            </a:pPr>
            <a:r>
              <a:rPr lang="en-US" sz="2620" b="0" u="none" strike="noStrike">
                <a:solidFill>
                  <a:schemeClr val="dk1"/>
                </a:solidFill>
                <a:effectLst/>
                <a:uFillTx/>
                <a:latin typeface="Aptos"/>
              </a:rPr>
              <a:t>Third Outline Level</a:t>
            </a:r>
            <a:endParaRPr lang="en-US" sz="2620" b="0" u="none" strike="noStrike">
              <a:solidFill>
                <a:schemeClr val="dk1"/>
              </a:solidFill>
              <a:effectLst/>
              <a:uFillTx/>
              <a:latin typeface="Aptos"/>
            </a:endParaRPr>
          </a:p>
          <a:p>
            <a:pPr marL="1428840" lvl="3" indent="-285840" algn="l">
              <a:lnSpc>
                <a:spcPct val="90000"/>
              </a:lnSpc>
              <a:spcBef>
                <a:spcPts val="567"/>
              </a:spcBef>
              <a:buClr>
                <a:srgbClr val="000000"/>
              </a:buClr>
              <a:buSzPct val="75000"/>
              <a:buFont typeface="Symbol" charset="2"/>
              <a:buChar char=""/>
            </a:pPr>
            <a:r>
              <a:rPr lang="en-US" sz="2620" b="0" u="none" strike="noStrike">
                <a:solidFill>
                  <a:schemeClr val="dk1"/>
                </a:solidFill>
                <a:effectLst/>
                <a:uFillTx/>
                <a:latin typeface="Aptos"/>
              </a:rPr>
              <a:t>Fourth Outline Level</a:t>
            </a:r>
            <a:endParaRPr lang="en-US" sz="2620" b="0" u="none" strike="noStrike">
              <a:solidFill>
                <a:schemeClr val="dk1"/>
              </a:solidFill>
              <a:effectLst/>
              <a:uFillTx/>
              <a:latin typeface="Aptos"/>
            </a:endParaRPr>
          </a:p>
          <a:p>
            <a:pPr marL="1809720" lvl="4" indent="-285840" algn="l">
              <a:lnSpc>
                <a:spcPct val="90000"/>
              </a:lnSpc>
              <a:spcBef>
                <a:spcPts val="283"/>
              </a:spcBef>
              <a:buClr>
                <a:srgbClr val="000000"/>
              </a:buClr>
              <a:buSzPct val="45000"/>
              <a:buFont typeface="Wingdings" charset="2"/>
              <a:buChar char=""/>
            </a:pPr>
            <a:r>
              <a:rPr lang="en-US" sz="2620" b="0" u="none" strike="noStrike">
                <a:solidFill>
                  <a:schemeClr val="dk1"/>
                </a:solidFill>
                <a:effectLst/>
                <a:uFillTx/>
                <a:latin typeface="Aptos"/>
              </a:rPr>
              <a:t>Fifth Outline Level</a:t>
            </a:r>
            <a:endParaRPr lang="en-US" sz="2620" b="0" u="none" strike="noStrike">
              <a:solidFill>
                <a:schemeClr val="dk1"/>
              </a:solidFill>
              <a:effectLst/>
              <a:uFillTx/>
              <a:latin typeface="Aptos"/>
            </a:endParaRPr>
          </a:p>
          <a:p>
            <a:pPr marL="2190600" lvl="5" indent="-285840" algn="l">
              <a:lnSpc>
                <a:spcPct val="90000"/>
              </a:lnSpc>
              <a:spcBef>
                <a:spcPts val="283"/>
              </a:spcBef>
              <a:buClr>
                <a:srgbClr val="000000"/>
              </a:buClr>
              <a:buSzPct val="45000"/>
              <a:buFont typeface="Wingdings" charset="2"/>
              <a:buChar char=""/>
            </a:pPr>
            <a:r>
              <a:rPr lang="en-US" sz="2620" b="0" u="none" strike="noStrike">
                <a:solidFill>
                  <a:schemeClr val="dk1"/>
                </a:solidFill>
                <a:effectLst/>
                <a:uFillTx/>
                <a:latin typeface="Aptos"/>
              </a:rPr>
              <a:t>Sixth Outline Level</a:t>
            </a:r>
            <a:endParaRPr lang="en-US" sz="2620" b="0" u="none" strike="noStrike">
              <a:solidFill>
                <a:schemeClr val="dk1"/>
              </a:solidFill>
              <a:effectLst/>
              <a:uFillTx/>
              <a:latin typeface="Aptos"/>
            </a:endParaRPr>
          </a:p>
          <a:p>
            <a:pPr marL="2571840" lvl="6" indent="-285840" algn="l">
              <a:lnSpc>
                <a:spcPct val="90000"/>
              </a:lnSpc>
              <a:spcBef>
                <a:spcPts val="283"/>
              </a:spcBef>
              <a:buClr>
                <a:srgbClr val="000000"/>
              </a:buClr>
              <a:buSzPct val="45000"/>
              <a:buFont typeface="Wingdings" charset="2"/>
              <a:buChar char=""/>
            </a:pPr>
            <a:r>
              <a:rPr lang="en-US" sz="2620" b="0" u="none" strike="noStrike">
                <a:solidFill>
                  <a:schemeClr val="dk1"/>
                </a:solidFill>
                <a:effectLst/>
                <a:uFillTx/>
                <a:latin typeface="Aptos"/>
              </a:rPr>
              <a:t>Seventh Outline Level</a:t>
            </a:r>
            <a:endParaRPr lang="en-US" sz="2620" b="0" u="none" strike="noStrike">
              <a:solidFill>
                <a:schemeClr val="dk1"/>
              </a:solidFill>
              <a:effectLst/>
              <a:uFillTx/>
              <a:latin typeface="Aptos"/>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ody">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57160" y="666720"/>
            <a:ext cx="13525200" cy="1047240"/>
          </a:xfrm>
          <a:prstGeom prst="rect">
            <a:avLst/>
          </a:prstGeom>
          <a:noFill/>
          <a:ln w="0">
            <a:noFill/>
          </a:ln>
        </p:spPr>
        <p:txBody>
          <a:bodyPr lIns="0" tIns="0" rIns="0" bIns="0" anchor="t">
            <a:normAutofit/>
          </a:bodyPr>
          <a:lstStyle>
            <a:lvl1pPr indent="0" algn="l">
              <a:lnSpc>
                <a:spcPct val="90000"/>
              </a:lnSpc>
              <a:buNone/>
              <a:defRPr lang="en-US" sz="4120" b="0" u="none" strike="noStrike">
                <a:solidFill>
                  <a:schemeClr val="dk1"/>
                </a:solidFill>
                <a:effectLst/>
                <a:uFillTx/>
                <a:latin typeface="Aptos"/>
              </a:defRPr>
            </a:lvl1pPr>
          </a:lstStyle>
          <a:p>
            <a:pPr indent="0" algn="l">
              <a:lnSpc>
                <a:spcPct val="90000"/>
              </a:lnSpc>
              <a:buNone/>
            </a:pPr>
            <a:r>
              <a:rPr lang="en-US" sz="4120" b="0" u="none" strike="noStrike">
                <a:solidFill>
                  <a:schemeClr val="dk1"/>
                </a:solidFill>
                <a:effectLst/>
                <a:uFillTx/>
                <a:latin typeface="Aptos"/>
              </a:rPr>
              <a:t>Click to edit the title text format</a:t>
            </a:r>
            <a:endParaRPr lang="en-US" sz="4120" b="0" u="none" strike="noStrike">
              <a:solidFill>
                <a:schemeClr val="dk1"/>
              </a:solidFill>
              <a:effectLst/>
              <a:uFillTx/>
              <a:latin typeface="Aptos"/>
            </a:endParaRPr>
          </a:p>
        </p:txBody>
      </p:sp>
      <p:sp>
        <p:nvSpPr>
          <p:cNvPr id="9" name="PlaceHolder 2"/>
          <p:cNvSpPr>
            <a:spLocks noGrp="1"/>
          </p:cNvSpPr>
          <p:nvPr>
            <p:ph type="body"/>
          </p:nvPr>
        </p:nvSpPr>
        <p:spPr>
          <a:xfrm>
            <a:off x="857160" y="2381400"/>
            <a:ext cx="13525200" cy="533376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1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81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281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281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81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81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810" b="0" u="none" strike="noStrike">
                <a:solidFill>
                  <a:schemeClr val="dk1"/>
                </a:solidFill>
                <a:effectLst/>
                <a:uFillTx/>
                <a:latin typeface="Aptos"/>
              </a:defRPr>
            </a:lvl7pPr>
          </a:lstStyle>
          <a:p>
            <a:pPr marL="285840" indent="-285840" algn="l">
              <a:lnSpc>
                <a:spcPct val="90000"/>
              </a:lnSpc>
              <a:spcBef>
                <a:spcPts val="1417"/>
              </a:spcBef>
              <a:buClr>
                <a:srgbClr val="000000"/>
              </a:buClr>
              <a:buSzPct val="45000"/>
              <a:buFont typeface="Wingdings" charset="2"/>
              <a:buChar char=""/>
            </a:pPr>
            <a:r>
              <a:rPr lang="en-US" sz="2810" b="0" u="none" strike="noStrike">
                <a:solidFill>
                  <a:schemeClr val="dk1"/>
                </a:solidFill>
                <a:effectLst/>
                <a:uFillTx/>
                <a:latin typeface="Aptos"/>
              </a:rPr>
              <a:t>Click to edit the outline text format</a:t>
            </a:r>
            <a:endParaRPr lang="en-US" sz="2810" b="0" u="none" strike="noStrike">
              <a:solidFill>
                <a:schemeClr val="dk1"/>
              </a:solidFill>
              <a:effectLst/>
              <a:uFillTx/>
              <a:latin typeface="Aptos"/>
            </a:endParaRPr>
          </a:p>
          <a:p>
            <a:pPr marL="666720" lvl="1" indent="-285840" algn="l">
              <a:lnSpc>
                <a:spcPct val="90000"/>
              </a:lnSpc>
              <a:spcBef>
                <a:spcPts val="1134"/>
              </a:spcBef>
              <a:buClr>
                <a:srgbClr val="000000"/>
              </a:buClr>
              <a:buSzPct val="75000"/>
              <a:buFont typeface="Symbol" charset="2"/>
              <a:buChar char=""/>
            </a:pPr>
            <a:r>
              <a:rPr lang="en-US" sz="2810" b="0" u="none" strike="noStrike">
                <a:solidFill>
                  <a:schemeClr val="dk1"/>
                </a:solidFill>
                <a:effectLst/>
                <a:uFillTx/>
                <a:latin typeface="Aptos"/>
              </a:rPr>
              <a:t>Second Outline Level</a:t>
            </a:r>
            <a:endParaRPr lang="en-US" sz="2810" b="0" u="none" strike="noStrike">
              <a:solidFill>
                <a:schemeClr val="dk1"/>
              </a:solidFill>
              <a:effectLst/>
              <a:uFillTx/>
              <a:latin typeface="Aptos"/>
            </a:endParaRPr>
          </a:p>
          <a:p>
            <a:pPr marL="1047600" lvl="2" indent="-285840" algn="l">
              <a:lnSpc>
                <a:spcPct val="90000"/>
              </a:lnSpc>
              <a:spcBef>
                <a:spcPts val="850"/>
              </a:spcBef>
              <a:buClr>
                <a:srgbClr val="000000"/>
              </a:buClr>
              <a:buSzPct val="45000"/>
              <a:buFont typeface="Wingdings" charset="2"/>
              <a:buChar char=""/>
            </a:pPr>
            <a:r>
              <a:rPr lang="en-US" sz="2810" b="0" u="none" strike="noStrike">
                <a:solidFill>
                  <a:schemeClr val="dk1"/>
                </a:solidFill>
                <a:effectLst/>
                <a:uFillTx/>
                <a:latin typeface="Aptos"/>
              </a:rPr>
              <a:t>Third Outline Level</a:t>
            </a:r>
            <a:endParaRPr lang="en-US" sz="2810" b="0" u="none" strike="noStrike">
              <a:solidFill>
                <a:schemeClr val="dk1"/>
              </a:solidFill>
              <a:effectLst/>
              <a:uFillTx/>
              <a:latin typeface="Aptos"/>
            </a:endParaRPr>
          </a:p>
          <a:p>
            <a:pPr marL="1428840" lvl="3" indent="-285840" algn="l">
              <a:lnSpc>
                <a:spcPct val="90000"/>
              </a:lnSpc>
              <a:spcBef>
                <a:spcPts val="567"/>
              </a:spcBef>
              <a:buClr>
                <a:srgbClr val="000000"/>
              </a:buClr>
              <a:buSzPct val="75000"/>
              <a:buFont typeface="Symbol" charset="2"/>
              <a:buChar char=""/>
            </a:pPr>
            <a:r>
              <a:rPr lang="en-US" sz="2810" b="0" u="none" strike="noStrike">
                <a:solidFill>
                  <a:schemeClr val="dk1"/>
                </a:solidFill>
                <a:effectLst/>
                <a:uFillTx/>
                <a:latin typeface="Aptos"/>
              </a:rPr>
              <a:t>Fourth Outline Level</a:t>
            </a:r>
            <a:endParaRPr lang="en-US" sz="2810" b="0" u="none" strike="noStrike">
              <a:solidFill>
                <a:schemeClr val="dk1"/>
              </a:solidFill>
              <a:effectLst/>
              <a:uFillTx/>
              <a:latin typeface="Aptos"/>
            </a:endParaRPr>
          </a:p>
          <a:p>
            <a:pPr marL="1809720" lvl="4" indent="-285840" algn="l">
              <a:lnSpc>
                <a:spcPct val="90000"/>
              </a:lnSpc>
              <a:spcBef>
                <a:spcPts val="283"/>
              </a:spcBef>
              <a:buClr>
                <a:srgbClr val="000000"/>
              </a:buClr>
              <a:buSzPct val="45000"/>
              <a:buFont typeface="Wingdings" charset="2"/>
              <a:buChar char=""/>
            </a:pPr>
            <a:r>
              <a:rPr lang="en-US" sz="2810" b="0" u="none" strike="noStrike">
                <a:solidFill>
                  <a:schemeClr val="dk1"/>
                </a:solidFill>
                <a:effectLst/>
                <a:uFillTx/>
                <a:latin typeface="Aptos"/>
              </a:rPr>
              <a:t>Fifth Outline Level</a:t>
            </a:r>
            <a:endParaRPr lang="en-US" sz="2810" b="0" u="none" strike="noStrike">
              <a:solidFill>
                <a:schemeClr val="dk1"/>
              </a:solidFill>
              <a:effectLst/>
              <a:uFillTx/>
              <a:latin typeface="Aptos"/>
            </a:endParaRPr>
          </a:p>
          <a:p>
            <a:pPr marL="2190600" lvl="5" indent="-285840" algn="l">
              <a:lnSpc>
                <a:spcPct val="90000"/>
              </a:lnSpc>
              <a:spcBef>
                <a:spcPts val="283"/>
              </a:spcBef>
              <a:buClr>
                <a:srgbClr val="000000"/>
              </a:buClr>
              <a:buSzPct val="45000"/>
              <a:buFont typeface="Wingdings" charset="2"/>
              <a:buChar char=""/>
            </a:pPr>
            <a:r>
              <a:rPr lang="en-US" sz="2810" b="0" u="none" strike="noStrike">
                <a:solidFill>
                  <a:schemeClr val="dk1"/>
                </a:solidFill>
                <a:effectLst/>
                <a:uFillTx/>
                <a:latin typeface="Aptos"/>
              </a:rPr>
              <a:t>Sixth Outline Level</a:t>
            </a:r>
            <a:endParaRPr lang="en-US" sz="2810" b="0" u="none" strike="noStrike">
              <a:solidFill>
                <a:schemeClr val="dk1"/>
              </a:solidFill>
              <a:effectLst/>
              <a:uFillTx/>
              <a:latin typeface="Aptos"/>
            </a:endParaRPr>
          </a:p>
          <a:p>
            <a:pPr marL="2571840" lvl="6" indent="-285840" algn="l">
              <a:lnSpc>
                <a:spcPct val="90000"/>
              </a:lnSpc>
              <a:spcBef>
                <a:spcPts val="283"/>
              </a:spcBef>
              <a:buClr>
                <a:srgbClr val="000000"/>
              </a:buClr>
              <a:buSzPct val="45000"/>
              <a:buFont typeface="Wingdings" charset="2"/>
              <a:buChar char=""/>
            </a:pPr>
            <a:r>
              <a:rPr lang="en-US" sz="2810" b="0" u="none" strike="noStrike">
                <a:solidFill>
                  <a:schemeClr val="dk1"/>
                </a:solidFill>
                <a:effectLst/>
                <a:uFillTx/>
                <a:latin typeface="Aptos"/>
              </a:rPr>
              <a:t>Seventh Outline Level</a:t>
            </a:r>
            <a:endParaRPr lang="en-US" sz="2810" b="0" u="none" strike="noStrike">
              <a:solidFill>
                <a:schemeClr val="dk1"/>
              </a:solidFill>
              <a:effectLst/>
              <a:uFillTx/>
              <a:latin typeface="Aptos"/>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1523880" y="3238560"/>
            <a:ext cx="12191760" cy="1238040"/>
          </a:xfrm>
          <a:prstGeom prst="rect">
            <a:avLst/>
          </a:prstGeom>
          <a:noFill/>
          <a:ln w="0">
            <a:noFill/>
          </a:ln>
        </p:spPr>
        <p:txBody>
          <a:bodyPr lIns="0" tIns="0" rIns="0" bIns="0" anchor="ctr">
            <a:normAutofit/>
          </a:bodyPr>
          <a:lstStyle>
            <a:lvl1pPr indent="0" algn="l">
              <a:lnSpc>
                <a:spcPct val="90000"/>
              </a:lnSpc>
              <a:buNone/>
              <a:defRPr lang="en-US" sz="6000" b="0" u="none" strike="noStrike">
                <a:solidFill>
                  <a:schemeClr val="dk1"/>
                </a:solidFill>
                <a:effectLst/>
                <a:uFillTx/>
                <a:latin typeface="Aptos"/>
              </a:defRPr>
            </a:lvl1pPr>
          </a:lstStyle>
          <a:p>
            <a:pPr indent="0" algn="l">
              <a:lnSpc>
                <a:spcPct val="90000"/>
              </a:lnSpc>
              <a:buNone/>
            </a:pPr>
            <a:r>
              <a:rPr lang="en-US" sz="6000" b="0" u="none" strike="noStrike">
                <a:solidFill>
                  <a:schemeClr val="dk1"/>
                </a:solidFill>
                <a:effectLst/>
                <a:uFillTx/>
                <a:latin typeface="Aptos"/>
              </a:rPr>
              <a:t>Click to edit the title text format</a:t>
            </a:r>
            <a:endParaRPr lang="en-US" sz="6000" b="0" u="none" strike="noStrik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C"/>
        </a:solidFill>
      </p:bgPr>
    </p:bg>
    <p:spTree>
      <p:nvGrpSpPr>
        <p:cNvPr id="1" name=""/>
        <p:cNvGrpSpPr/>
        <p:nvPr/>
      </p:nvGrpSpPr>
      <p:grpSpPr>
        <a:xfrm>
          <a:off x="0" y="0"/>
          <a:ext cx="0" cy="0"/>
          <a:chOff x="0" y="0"/>
          <a:chExt cx="0" cy="0"/>
        </a:xfrm>
      </p:grpSpPr>
      <p:sp>
        <p:nvSpPr>
          <p:cNvPr id="17" name=""/>
          <p:cNvSpPr/>
          <p:nvPr/>
        </p:nvSpPr>
        <p:spPr>
          <a:xfrm>
            <a:off x="0" y="0"/>
            <a:ext cx="15239520" cy="1285560"/>
          </a:xfrm>
          <a:prstGeom prst="rect">
            <a:avLst/>
          </a:prstGeom>
          <a:solidFill>
            <a:srgbClr val="0B152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 name=""/>
          <p:cNvSpPr/>
          <p:nvPr/>
        </p:nvSpPr>
        <p:spPr>
          <a:xfrm>
            <a:off x="552600" y="266760"/>
            <a:ext cx="14191920" cy="54252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3080" b="1" u="none" strike="noStrike">
                <a:solidFill>
                  <a:srgbClr val="FFFFFF"/>
                </a:solidFill>
                <a:effectLst/>
                <a:uFillTx/>
                <a:latin typeface="Arial"/>
                <a:ea typeface="Arial"/>
              </a:rPr>
              <a:t>Agentic AI gains depend on the development workflow</a:t>
            </a:r>
            <a:endParaRPr lang="en-US" sz="3080" b="0" u="none" strike="noStrike">
              <a:solidFill>
                <a:srgbClr val="000000"/>
              </a:solidFill>
              <a:effectLst/>
              <a:uFillTx/>
              <a:latin typeface="Arial"/>
            </a:endParaRPr>
          </a:p>
        </p:txBody>
      </p:sp>
      <p:sp>
        <p:nvSpPr>
          <p:cNvPr id="19" name=""/>
          <p:cNvSpPr/>
          <p:nvPr/>
        </p:nvSpPr>
        <p:spPr>
          <a:xfrm>
            <a:off x="571680" y="838080"/>
            <a:ext cx="14096520" cy="30456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800" b="0" u="none" strike="noStrike">
                <a:solidFill>
                  <a:srgbClr val="BCCBDA"/>
                </a:solidFill>
                <a:effectLst/>
                <a:uFillTx/>
                <a:latin typeface="Arial"/>
                <a:ea typeface="Arial"/>
              </a:rPr>
              <a:t>Two repos on the same timeline: local coding gains versus faster end-to-end improvement</a:t>
            </a:r>
            <a:endParaRPr lang="en-US" sz="1800" b="0" u="none" strike="noStrike">
              <a:solidFill>
                <a:srgbClr val="000000"/>
              </a:solidFill>
              <a:effectLst/>
              <a:uFillTx/>
              <a:latin typeface="Arial"/>
            </a:endParaRPr>
          </a:p>
        </p:txBody>
      </p:sp>
      <p:sp>
        <p:nvSpPr>
          <p:cNvPr id="20" name=""/>
          <p:cNvSpPr/>
          <p:nvPr/>
        </p:nvSpPr>
        <p:spPr>
          <a:xfrm>
            <a:off x="2952720" y="1486080"/>
            <a:ext cx="5428800" cy="34272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870" b="1" u="none" strike="noStrike">
                <a:solidFill>
                  <a:srgbClr val="53667E"/>
                </a:solidFill>
                <a:effectLst/>
                <a:uFillTx/>
                <a:latin typeface="Arial"/>
                <a:ea typeface="Arial"/>
              </a:rPr>
              <a:t>BEFORE AGENTIC AI</a:t>
            </a:r>
            <a:endParaRPr lang="en-US" sz="1870" b="0" u="none" strike="noStrike">
              <a:solidFill>
                <a:srgbClr val="000000"/>
              </a:solidFill>
              <a:effectLst/>
              <a:uFillTx/>
              <a:latin typeface="Arial"/>
            </a:endParaRPr>
          </a:p>
        </p:txBody>
      </p:sp>
      <p:sp>
        <p:nvSpPr>
          <p:cNvPr id="21" name=""/>
          <p:cNvSpPr/>
          <p:nvPr/>
        </p:nvSpPr>
        <p:spPr>
          <a:xfrm>
            <a:off x="9372600" y="1486080"/>
            <a:ext cx="5238360" cy="34272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870" b="1" u="none" strike="noStrike">
                <a:solidFill>
                  <a:srgbClr val="0B867B"/>
                </a:solidFill>
                <a:effectLst/>
                <a:uFillTx/>
                <a:latin typeface="Arial"/>
                <a:ea typeface="Arial"/>
              </a:rPr>
              <a:t>WITH AGENTIC AI</a:t>
            </a:r>
            <a:endParaRPr lang="en-US" sz="1870" b="0" u="none" strike="noStrike">
              <a:solidFill>
                <a:srgbClr val="000000"/>
              </a:solidFill>
              <a:effectLst/>
              <a:uFillTx/>
              <a:latin typeface="Arial"/>
            </a:endParaRPr>
          </a:p>
        </p:txBody>
      </p:sp>
      <p:sp>
        <p:nvSpPr>
          <p:cNvPr id="22" name=""/>
          <p:cNvSpPr/>
          <p:nvPr/>
        </p:nvSpPr>
        <p:spPr>
          <a:xfrm>
            <a:off x="8658000" y="207612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23" name=""/>
          <p:cNvSpPr/>
          <p:nvPr/>
        </p:nvSpPr>
        <p:spPr>
          <a:xfrm>
            <a:off x="8658000" y="219996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24" name=""/>
          <p:cNvSpPr/>
          <p:nvPr/>
        </p:nvSpPr>
        <p:spPr>
          <a:xfrm>
            <a:off x="8658000" y="232380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25" name=""/>
          <p:cNvSpPr/>
          <p:nvPr/>
        </p:nvSpPr>
        <p:spPr>
          <a:xfrm>
            <a:off x="8658000" y="244764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26" name=""/>
          <p:cNvSpPr/>
          <p:nvPr/>
        </p:nvSpPr>
        <p:spPr>
          <a:xfrm>
            <a:off x="8658000" y="257148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27" name=""/>
          <p:cNvSpPr/>
          <p:nvPr/>
        </p:nvSpPr>
        <p:spPr>
          <a:xfrm>
            <a:off x="8658000" y="269532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28" name=""/>
          <p:cNvSpPr/>
          <p:nvPr/>
        </p:nvSpPr>
        <p:spPr>
          <a:xfrm>
            <a:off x="8658000" y="281916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29" name=""/>
          <p:cNvSpPr/>
          <p:nvPr/>
        </p:nvSpPr>
        <p:spPr>
          <a:xfrm>
            <a:off x="8658000" y="294300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30" name=""/>
          <p:cNvSpPr/>
          <p:nvPr/>
        </p:nvSpPr>
        <p:spPr>
          <a:xfrm>
            <a:off x="8658000" y="306684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31" name=""/>
          <p:cNvSpPr/>
          <p:nvPr/>
        </p:nvSpPr>
        <p:spPr>
          <a:xfrm>
            <a:off x="8658000" y="319068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32" name=""/>
          <p:cNvSpPr/>
          <p:nvPr/>
        </p:nvSpPr>
        <p:spPr>
          <a:xfrm>
            <a:off x="8658000" y="331452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33" name=""/>
          <p:cNvSpPr/>
          <p:nvPr/>
        </p:nvSpPr>
        <p:spPr>
          <a:xfrm>
            <a:off x="8658000" y="343836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34" name=""/>
          <p:cNvSpPr/>
          <p:nvPr/>
        </p:nvSpPr>
        <p:spPr>
          <a:xfrm>
            <a:off x="8658000" y="356220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35" name=""/>
          <p:cNvSpPr/>
          <p:nvPr/>
        </p:nvSpPr>
        <p:spPr>
          <a:xfrm>
            <a:off x="8658000" y="368604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36" name=""/>
          <p:cNvSpPr/>
          <p:nvPr/>
        </p:nvSpPr>
        <p:spPr>
          <a:xfrm>
            <a:off x="8658000" y="380988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37" name=""/>
          <p:cNvSpPr/>
          <p:nvPr/>
        </p:nvSpPr>
        <p:spPr>
          <a:xfrm>
            <a:off x="8658000" y="393372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38" name=""/>
          <p:cNvSpPr/>
          <p:nvPr/>
        </p:nvSpPr>
        <p:spPr>
          <a:xfrm>
            <a:off x="8658000" y="405756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39" name=""/>
          <p:cNvSpPr/>
          <p:nvPr/>
        </p:nvSpPr>
        <p:spPr>
          <a:xfrm>
            <a:off x="8658000" y="4181400"/>
            <a:ext cx="360" cy="56880"/>
          </a:xfrm>
          <a:prstGeom prst="line">
            <a:avLst/>
          </a:prstGeom>
          <a:ln w="19050">
            <a:solidFill>
              <a:srgbClr val="C3912E"/>
            </a:solidFill>
            <a:round/>
          </a:ln>
        </p:spPr>
        <p:style>
          <a:lnRef idx="0"/>
          <a:fillRef idx="0"/>
          <a:effectRef idx="0"/>
          <a:fontRef idx="minor"/>
        </p:style>
        <p:txBody>
          <a:bodyPr lIns="90000" tIns="11880" rIns="90000" bIns="11880" anchor="t" anchorCtr="1">
            <a:noAutofit/>
          </a:bodyPr>
          <a:p>
            <a:pPr/>
            <a:endParaRPr lang="en-US" sz="1800" b="0" u="none" strike="noStrike">
              <a:solidFill>
                <a:srgbClr val="000000"/>
              </a:solidFill>
              <a:effectLst/>
              <a:uFillTx/>
              <a:latin typeface="Arial"/>
            </a:endParaRPr>
          </a:p>
        </p:txBody>
      </p:sp>
      <p:sp>
        <p:nvSpPr>
          <p:cNvPr id="40" name=""/>
          <p:cNvSpPr/>
          <p:nvPr/>
        </p:nvSpPr>
        <p:spPr>
          <a:xfrm>
            <a:off x="8658000" y="4305240"/>
            <a:ext cx="360" cy="56880"/>
          </a:xfrm>
          <a:prstGeom prst="line">
            <a:avLst/>
          </a:prstGeom>
          <a:ln w="19050">
            <a:solidFill>
              <a:srgbClr val="C3912E"/>
            </a:solidFill>
            <a:round/>
          </a:ln>
        </p:spPr>
        <p:style>
          <a:lnRef idx="0"/>
          <a:fillRef idx="0"/>
          <a:effectRef idx="0"/>
          <a:fontRef idx="minor"/>
        </p:style>
        <p:txBody>
          <a:bodyPr lIns="90000" tIns="11880" rIns="90000" bIns="11880" anchor="t" anchorCtr="1">
            <a:noAutofit/>
          </a:bodyPr>
          <a:p>
            <a:pPr/>
            <a:endParaRPr lang="en-US" sz="1800" b="0" u="none" strike="noStrike">
              <a:solidFill>
                <a:srgbClr val="000000"/>
              </a:solidFill>
              <a:effectLst/>
              <a:uFillTx/>
              <a:latin typeface="Arial"/>
            </a:endParaRPr>
          </a:p>
        </p:txBody>
      </p:sp>
      <p:sp>
        <p:nvSpPr>
          <p:cNvPr id="41" name=""/>
          <p:cNvSpPr/>
          <p:nvPr/>
        </p:nvSpPr>
        <p:spPr>
          <a:xfrm>
            <a:off x="8658000" y="4429080"/>
            <a:ext cx="360" cy="56880"/>
          </a:xfrm>
          <a:prstGeom prst="line">
            <a:avLst/>
          </a:prstGeom>
          <a:ln w="19050">
            <a:solidFill>
              <a:srgbClr val="C3912E"/>
            </a:solidFill>
            <a:round/>
          </a:ln>
        </p:spPr>
        <p:style>
          <a:lnRef idx="0"/>
          <a:fillRef idx="0"/>
          <a:effectRef idx="0"/>
          <a:fontRef idx="minor"/>
        </p:style>
        <p:txBody>
          <a:bodyPr lIns="90000" tIns="11880" rIns="90000" bIns="11880" anchor="t" anchorCtr="1">
            <a:noAutofit/>
          </a:bodyPr>
          <a:p>
            <a:pPr/>
            <a:endParaRPr lang="en-US" sz="1800" b="0" u="none" strike="noStrike">
              <a:solidFill>
                <a:srgbClr val="000000"/>
              </a:solidFill>
              <a:effectLst/>
              <a:uFillTx/>
              <a:latin typeface="Arial"/>
            </a:endParaRPr>
          </a:p>
        </p:txBody>
      </p:sp>
      <p:sp>
        <p:nvSpPr>
          <p:cNvPr id="42" name=""/>
          <p:cNvSpPr/>
          <p:nvPr/>
        </p:nvSpPr>
        <p:spPr>
          <a:xfrm>
            <a:off x="8658000" y="4552920"/>
            <a:ext cx="360" cy="56880"/>
          </a:xfrm>
          <a:prstGeom prst="line">
            <a:avLst/>
          </a:prstGeom>
          <a:ln w="19050">
            <a:solidFill>
              <a:srgbClr val="C3912E"/>
            </a:solidFill>
            <a:round/>
          </a:ln>
        </p:spPr>
        <p:style>
          <a:lnRef idx="0"/>
          <a:fillRef idx="0"/>
          <a:effectRef idx="0"/>
          <a:fontRef idx="minor"/>
        </p:style>
        <p:txBody>
          <a:bodyPr lIns="90000" tIns="11880" rIns="90000" bIns="11880" anchor="t" anchorCtr="1">
            <a:noAutofit/>
          </a:bodyPr>
          <a:p>
            <a:pPr/>
            <a:endParaRPr lang="en-US" sz="1800" b="0" u="none" strike="noStrike">
              <a:solidFill>
                <a:srgbClr val="000000"/>
              </a:solidFill>
              <a:effectLst/>
              <a:uFillTx/>
              <a:latin typeface="Arial"/>
            </a:endParaRPr>
          </a:p>
        </p:txBody>
      </p:sp>
      <p:sp>
        <p:nvSpPr>
          <p:cNvPr id="43" name=""/>
          <p:cNvSpPr/>
          <p:nvPr/>
        </p:nvSpPr>
        <p:spPr>
          <a:xfrm>
            <a:off x="8658000" y="4676760"/>
            <a:ext cx="360" cy="56880"/>
          </a:xfrm>
          <a:prstGeom prst="line">
            <a:avLst/>
          </a:prstGeom>
          <a:ln w="19050">
            <a:solidFill>
              <a:srgbClr val="C3912E"/>
            </a:solidFill>
            <a:round/>
          </a:ln>
        </p:spPr>
        <p:style>
          <a:lnRef idx="0"/>
          <a:fillRef idx="0"/>
          <a:effectRef idx="0"/>
          <a:fontRef idx="minor"/>
        </p:style>
        <p:txBody>
          <a:bodyPr lIns="90000" tIns="11880" rIns="90000" bIns="11880" anchor="t" anchorCtr="1">
            <a:noAutofit/>
          </a:bodyPr>
          <a:p>
            <a:pPr/>
            <a:endParaRPr lang="en-US" sz="1800" b="0" u="none" strike="noStrike">
              <a:solidFill>
                <a:srgbClr val="000000"/>
              </a:solidFill>
              <a:effectLst/>
              <a:uFillTx/>
              <a:latin typeface="Arial"/>
            </a:endParaRPr>
          </a:p>
        </p:txBody>
      </p:sp>
      <p:sp>
        <p:nvSpPr>
          <p:cNvPr id="44" name=""/>
          <p:cNvSpPr/>
          <p:nvPr/>
        </p:nvSpPr>
        <p:spPr>
          <a:xfrm>
            <a:off x="8658000" y="4800600"/>
            <a:ext cx="360" cy="56880"/>
          </a:xfrm>
          <a:prstGeom prst="line">
            <a:avLst/>
          </a:prstGeom>
          <a:ln w="19050">
            <a:solidFill>
              <a:srgbClr val="C3912E"/>
            </a:solidFill>
            <a:round/>
          </a:ln>
        </p:spPr>
        <p:style>
          <a:lnRef idx="0"/>
          <a:fillRef idx="0"/>
          <a:effectRef idx="0"/>
          <a:fontRef idx="minor"/>
        </p:style>
        <p:txBody>
          <a:bodyPr lIns="90000" tIns="11880" rIns="90000" bIns="11880" anchor="t" anchorCtr="1">
            <a:noAutofit/>
          </a:bodyPr>
          <a:p>
            <a:pPr/>
            <a:endParaRPr lang="en-US" sz="1800" b="0" u="none" strike="noStrike">
              <a:solidFill>
                <a:srgbClr val="000000"/>
              </a:solidFill>
              <a:effectLst/>
              <a:uFillTx/>
              <a:latin typeface="Arial"/>
            </a:endParaRPr>
          </a:p>
        </p:txBody>
      </p:sp>
      <p:sp>
        <p:nvSpPr>
          <p:cNvPr id="45" name=""/>
          <p:cNvSpPr/>
          <p:nvPr/>
        </p:nvSpPr>
        <p:spPr>
          <a:xfrm>
            <a:off x="8658000" y="492408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46" name=""/>
          <p:cNvSpPr/>
          <p:nvPr/>
        </p:nvSpPr>
        <p:spPr>
          <a:xfrm>
            <a:off x="8658000" y="504792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47" name=""/>
          <p:cNvSpPr/>
          <p:nvPr/>
        </p:nvSpPr>
        <p:spPr>
          <a:xfrm>
            <a:off x="8658000" y="517176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48" name=""/>
          <p:cNvSpPr/>
          <p:nvPr/>
        </p:nvSpPr>
        <p:spPr>
          <a:xfrm>
            <a:off x="8658000" y="529560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49" name=""/>
          <p:cNvSpPr/>
          <p:nvPr/>
        </p:nvSpPr>
        <p:spPr>
          <a:xfrm>
            <a:off x="8658000" y="541944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50" name=""/>
          <p:cNvSpPr/>
          <p:nvPr/>
        </p:nvSpPr>
        <p:spPr>
          <a:xfrm>
            <a:off x="8658000" y="554328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51" name=""/>
          <p:cNvSpPr/>
          <p:nvPr/>
        </p:nvSpPr>
        <p:spPr>
          <a:xfrm>
            <a:off x="8658000" y="566712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52" name=""/>
          <p:cNvSpPr/>
          <p:nvPr/>
        </p:nvSpPr>
        <p:spPr>
          <a:xfrm>
            <a:off x="8658000" y="579096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53" name=""/>
          <p:cNvSpPr/>
          <p:nvPr/>
        </p:nvSpPr>
        <p:spPr>
          <a:xfrm>
            <a:off x="8658000" y="591480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54" name=""/>
          <p:cNvSpPr/>
          <p:nvPr/>
        </p:nvSpPr>
        <p:spPr>
          <a:xfrm>
            <a:off x="8658000" y="603864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55" name=""/>
          <p:cNvSpPr/>
          <p:nvPr/>
        </p:nvSpPr>
        <p:spPr>
          <a:xfrm>
            <a:off x="8658000" y="616248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56" name=""/>
          <p:cNvSpPr/>
          <p:nvPr/>
        </p:nvSpPr>
        <p:spPr>
          <a:xfrm>
            <a:off x="8658000" y="628632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57" name=""/>
          <p:cNvSpPr/>
          <p:nvPr/>
        </p:nvSpPr>
        <p:spPr>
          <a:xfrm>
            <a:off x="8658000" y="641016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58" name=""/>
          <p:cNvSpPr/>
          <p:nvPr/>
        </p:nvSpPr>
        <p:spPr>
          <a:xfrm>
            <a:off x="8658000" y="653400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59" name=""/>
          <p:cNvSpPr/>
          <p:nvPr/>
        </p:nvSpPr>
        <p:spPr>
          <a:xfrm>
            <a:off x="8658000" y="665784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60" name=""/>
          <p:cNvSpPr/>
          <p:nvPr/>
        </p:nvSpPr>
        <p:spPr>
          <a:xfrm>
            <a:off x="8658000" y="678168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61" name=""/>
          <p:cNvSpPr/>
          <p:nvPr/>
        </p:nvSpPr>
        <p:spPr>
          <a:xfrm>
            <a:off x="8658000" y="6905520"/>
            <a:ext cx="360" cy="57240"/>
          </a:xfrm>
          <a:prstGeom prst="line">
            <a:avLst/>
          </a:prstGeom>
          <a:ln w="19050">
            <a:solidFill>
              <a:srgbClr val="C3912E"/>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62" name=""/>
          <p:cNvSpPr/>
          <p:nvPr/>
        </p:nvSpPr>
        <p:spPr>
          <a:xfrm>
            <a:off x="7077240" y="1819440"/>
            <a:ext cx="3161880" cy="256680"/>
          </a:xfrm>
          <a:prstGeom prst="rect">
            <a:avLst/>
          </a:prstGeom>
          <a:noFill/>
          <a:ln w="0">
            <a:noFill/>
          </a:ln>
        </p:spPr>
        <p:style>
          <a:lnRef idx="0"/>
          <a:fillRef idx="0"/>
          <a:effectRef idx="0"/>
          <a:fontRef idx="minor"/>
        </p:style>
        <p:txBody>
          <a:bodyPr wrap="none" lIns="0" tIns="0" rIns="0" bIns="0" anchor="ctr">
            <a:noAutofit/>
          </a:bodyPr>
          <a:p>
            <a:pPr algn="ctr">
              <a:lnSpc>
                <a:spcPct val="100000"/>
              </a:lnSpc>
            </a:pPr>
            <a:r>
              <a:rPr lang="en-US" sz="1500" b="1" u="none" strike="noStrike">
                <a:solidFill>
                  <a:srgbClr val="B18029"/>
                </a:solidFill>
                <a:effectLst/>
                <a:uFillTx/>
                <a:latin typeface="Arial"/>
                <a:ea typeface="Arial"/>
              </a:rPr>
              <a:t>Agentic AI introduced</a:t>
            </a:r>
            <a:endParaRPr lang="en-US" sz="1500" b="0" u="none" strike="noStrike">
              <a:solidFill>
                <a:srgbClr val="000000"/>
              </a:solidFill>
              <a:effectLst/>
              <a:uFillTx/>
              <a:latin typeface="Arial"/>
            </a:endParaRPr>
          </a:p>
        </p:txBody>
      </p:sp>
      <p:sp>
        <p:nvSpPr>
          <p:cNvPr id="63" name=""/>
          <p:cNvSpPr/>
          <p:nvPr/>
        </p:nvSpPr>
        <p:spPr>
          <a:xfrm>
            <a:off x="2857320" y="2276280"/>
            <a:ext cx="360" cy="2085840"/>
          </a:xfrm>
          <a:prstGeom prst="line">
            <a:avLst/>
          </a:prstGeom>
          <a:ln w="9525">
            <a:solidFill>
              <a:srgbClr val="E3EAF1"/>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64" name=""/>
          <p:cNvSpPr/>
          <p:nvPr/>
        </p:nvSpPr>
        <p:spPr>
          <a:xfrm>
            <a:off x="2857320" y="4991040"/>
            <a:ext cx="360" cy="1942920"/>
          </a:xfrm>
          <a:prstGeom prst="line">
            <a:avLst/>
          </a:prstGeom>
          <a:ln w="9525">
            <a:solidFill>
              <a:srgbClr val="E3EAF1"/>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65" name=""/>
          <p:cNvSpPr/>
          <p:nvPr/>
        </p:nvSpPr>
        <p:spPr>
          <a:xfrm>
            <a:off x="5757840" y="2276280"/>
            <a:ext cx="360" cy="2085840"/>
          </a:xfrm>
          <a:prstGeom prst="line">
            <a:avLst/>
          </a:prstGeom>
          <a:ln w="9525">
            <a:solidFill>
              <a:srgbClr val="E3EAF1"/>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66" name=""/>
          <p:cNvSpPr/>
          <p:nvPr/>
        </p:nvSpPr>
        <p:spPr>
          <a:xfrm>
            <a:off x="5757840" y="4991040"/>
            <a:ext cx="360" cy="1942920"/>
          </a:xfrm>
          <a:prstGeom prst="line">
            <a:avLst/>
          </a:prstGeom>
          <a:ln w="9525">
            <a:solidFill>
              <a:srgbClr val="E3EAF1"/>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67" name=""/>
          <p:cNvSpPr/>
          <p:nvPr/>
        </p:nvSpPr>
        <p:spPr>
          <a:xfrm>
            <a:off x="11558520" y="2276280"/>
            <a:ext cx="360" cy="2085840"/>
          </a:xfrm>
          <a:prstGeom prst="line">
            <a:avLst/>
          </a:prstGeom>
          <a:ln w="9525">
            <a:solidFill>
              <a:srgbClr val="E3EAF1"/>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68" name=""/>
          <p:cNvSpPr/>
          <p:nvPr/>
        </p:nvSpPr>
        <p:spPr>
          <a:xfrm>
            <a:off x="11558520" y="4991040"/>
            <a:ext cx="360" cy="1942920"/>
          </a:xfrm>
          <a:prstGeom prst="line">
            <a:avLst/>
          </a:prstGeom>
          <a:ln w="9525">
            <a:solidFill>
              <a:srgbClr val="E3EAF1"/>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69" name=""/>
          <p:cNvSpPr/>
          <p:nvPr/>
        </p:nvSpPr>
        <p:spPr>
          <a:xfrm>
            <a:off x="14458680" y="2276280"/>
            <a:ext cx="360" cy="2085840"/>
          </a:xfrm>
          <a:prstGeom prst="line">
            <a:avLst/>
          </a:prstGeom>
          <a:ln w="9525">
            <a:solidFill>
              <a:srgbClr val="E3EAF1"/>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70" name=""/>
          <p:cNvSpPr/>
          <p:nvPr/>
        </p:nvSpPr>
        <p:spPr>
          <a:xfrm>
            <a:off x="14458680" y="4991040"/>
            <a:ext cx="360" cy="1942920"/>
          </a:xfrm>
          <a:prstGeom prst="line">
            <a:avLst/>
          </a:prstGeom>
          <a:ln w="9525">
            <a:solidFill>
              <a:srgbClr val="E3EAF1"/>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71" name=""/>
          <p:cNvSpPr/>
          <p:nvPr/>
        </p:nvSpPr>
        <p:spPr>
          <a:xfrm>
            <a:off x="2857320" y="4038480"/>
            <a:ext cx="11601360" cy="360"/>
          </a:xfrm>
          <a:prstGeom prst="line">
            <a:avLst/>
          </a:prstGeom>
          <a:ln w="6668">
            <a:solidFill>
              <a:srgbClr val="EDF1F5"/>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72" name=""/>
          <p:cNvSpPr/>
          <p:nvPr/>
        </p:nvSpPr>
        <p:spPr>
          <a:xfrm>
            <a:off x="2857320" y="3809880"/>
            <a:ext cx="11601360" cy="360"/>
          </a:xfrm>
          <a:prstGeom prst="line">
            <a:avLst/>
          </a:prstGeom>
          <a:ln w="6668">
            <a:solidFill>
              <a:srgbClr val="EDF1F5"/>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73" name=""/>
          <p:cNvSpPr/>
          <p:nvPr/>
        </p:nvSpPr>
        <p:spPr>
          <a:xfrm>
            <a:off x="2857320" y="3581280"/>
            <a:ext cx="11601360" cy="360"/>
          </a:xfrm>
          <a:prstGeom prst="line">
            <a:avLst/>
          </a:prstGeom>
          <a:ln w="6668">
            <a:solidFill>
              <a:srgbClr val="EDF1F5"/>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74" name=""/>
          <p:cNvSpPr/>
          <p:nvPr/>
        </p:nvSpPr>
        <p:spPr>
          <a:xfrm>
            <a:off x="2857320" y="3352680"/>
            <a:ext cx="11601360" cy="360"/>
          </a:xfrm>
          <a:prstGeom prst="line">
            <a:avLst/>
          </a:prstGeom>
          <a:ln w="6668">
            <a:solidFill>
              <a:srgbClr val="EDF1F5"/>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75" name=""/>
          <p:cNvSpPr/>
          <p:nvPr/>
        </p:nvSpPr>
        <p:spPr>
          <a:xfrm>
            <a:off x="2857320" y="3124080"/>
            <a:ext cx="11601360" cy="360"/>
          </a:xfrm>
          <a:prstGeom prst="line">
            <a:avLst/>
          </a:prstGeom>
          <a:ln w="6668">
            <a:solidFill>
              <a:srgbClr val="EDF1F5"/>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76" name=""/>
          <p:cNvSpPr/>
          <p:nvPr/>
        </p:nvSpPr>
        <p:spPr>
          <a:xfrm>
            <a:off x="2857320" y="2895480"/>
            <a:ext cx="11601360" cy="360"/>
          </a:xfrm>
          <a:prstGeom prst="line">
            <a:avLst/>
          </a:prstGeom>
          <a:ln w="6668">
            <a:solidFill>
              <a:srgbClr val="EDF1F5"/>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77" name=""/>
          <p:cNvSpPr/>
          <p:nvPr/>
        </p:nvSpPr>
        <p:spPr>
          <a:xfrm>
            <a:off x="2857320" y="2666880"/>
            <a:ext cx="11601360" cy="360"/>
          </a:xfrm>
          <a:prstGeom prst="line">
            <a:avLst/>
          </a:prstGeom>
          <a:ln w="6668">
            <a:solidFill>
              <a:srgbClr val="EDF1F5"/>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78" name=""/>
          <p:cNvSpPr/>
          <p:nvPr/>
        </p:nvSpPr>
        <p:spPr>
          <a:xfrm>
            <a:off x="2857320" y="2438280"/>
            <a:ext cx="11601360" cy="360"/>
          </a:xfrm>
          <a:prstGeom prst="line">
            <a:avLst/>
          </a:prstGeom>
          <a:ln w="6668">
            <a:solidFill>
              <a:srgbClr val="EDF1F5"/>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79" name=""/>
          <p:cNvSpPr/>
          <p:nvPr/>
        </p:nvSpPr>
        <p:spPr>
          <a:xfrm>
            <a:off x="2857320" y="6610320"/>
            <a:ext cx="11601360" cy="360"/>
          </a:xfrm>
          <a:prstGeom prst="line">
            <a:avLst/>
          </a:prstGeom>
          <a:ln w="6668">
            <a:solidFill>
              <a:srgbClr val="EDF1F5"/>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80" name=""/>
          <p:cNvSpPr/>
          <p:nvPr/>
        </p:nvSpPr>
        <p:spPr>
          <a:xfrm>
            <a:off x="2857320" y="6381720"/>
            <a:ext cx="11601360" cy="360"/>
          </a:xfrm>
          <a:prstGeom prst="line">
            <a:avLst/>
          </a:prstGeom>
          <a:ln w="6668">
            <a:solidFill>
              <a:srgbClr val="EDF1F5"/>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81" name=""/>
          <p:cNvSpPr/>
          <p:nvPr/>
        </p:nvSpPr>
        <p:spPr>
          <a:xfrm>
            <a:off x="2857320" y="6153120"/>
            <a:ext cx="11601360" cy="360"/>
          </a:xfrm>
          <a:prstGeom prst="line">
            <a:avLst/>
          </a:prstGeom>
          <a:ln w="6668">
            <a:solidFill>
              <a:srgbClr val="EDF1F5"/>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82" name=""/>
          <p:cNvSpPr/>
          <p:nvPr/>
        </p:nvSpPr>
        <p:spPr>
          <a:xfrm>
            <a:off x="2857320" y="5924520"/>
            <a:ext cx="11601360" cy="360"/>
          </a:xfrm>
          <a:prstGeom prst="line">
            <a:avLst/>
          </a:prstGeom>
          <a:ln w="6668">
            <a:solidFill>
              <a:srgbClr val="EDF1F5"/>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83" name=""/>
          <p:cNvSpPr/>
          <p:nvPr/>
        </p:nvSpPr>
        <p:spPr>
          <a:xfrm>
            <a:off x="2857320" y="5695920"/>
            <a:ext cx="11601360" cy="360"/>
          </a:xfrm>
          <a:prstGeom prst="line">
            <a:avLst/>
          </a:prstGeom>
          <a:ln w="6668">
            <a:solidFill>
              <a:srgbClr val="EDF1F5"/>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84" name=""/>
          <p:cNvSpPr/>
          <p:nvPr/>
        </p:nvSpPr>
        <p:spPr>
          <a:xfrm>
            <a:off x="2857320" y="5467320"/>
            <a:ext cx="11601360" cy="360"/>
          </a:xfrm>
          <a:prstGeom prst="line">
            <a:avLst/>
          </a:prstGeom>
          <a:ln w="6668">
            <a:solidFill>
              <a:srgbClr val="EDF1F5"/>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85" name=""/>
          <p:cNvSpPr/>
          <p:nvPr/>
        </p:nvSpPr>
        <p:spPr>
          <a:xfrm>
            <a:off x="2857320" y="5238720"/>
            <a:ext cx="11601360" cy="360"/>
          </a:xfrm>
          <a:prstGeom prst="line">
            <a:avLst/>
          </a:prstGeom>
          <a:ln w="6668">
            <a:solidFill>
              <a:srgbClr val="EDF1F5"/>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86" name=""/>
          <p:cNvSpPr/>
          <p:nvPr/>
        </p:nvSpPr>
        <p:spPr>
          <a:xfrm>
            <a:off x="2857320" y="5010120"/>
            <a:ext cx="11601360" cy="360"/>
          </a:xfrm>
          <a:prstGeom prst="line">
            <a:avLst/>
          </a:prstGeom>
          <a:ln w="6668">
            <a:solidFill>
              <a:srgbClr val="EDF1F5"/>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87" name=""/>
          <p:cNvSpPr/>
          <p:nvPr/>
        </p:nvSpPr>
        <p:spPr>
          <a:xfrm>
            <a:off x="2857320" y="4267080"/>
            <a:ext cx="11601360" cy="360"/>
          </a:xfrm>
          <a:prstGeom prst="line">
            <a:avLst/>
          </a:prstGeom>
          <a:ln w="38100">
            <a:solidFill>
              <a:srgbClr val="15263D"/>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88" name=""/>
          <p:cNvSpPr/>
          <p:nvPr/>
        </p:nvSpPr>
        <p:spPr>
          <a:xfrm>
            <a:off x="2857320" y="6838920"/>
            <a:ext cx="11601360" cy="360"/>
          </a:xfrm>
          <a:prstGeom prst="line">
            <a:avLst/>
          </a:prstGeom>
          <a:ln w="38100">
            <a:solidFill>
              <a:srgbClr val="15263D"/>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89" name=""/>
          <p:cNvSpPr/>
          <p:nvPr/>
        </p:nvSpPr>
        <p:spPr>
          <a:xfrm>
            <a:off x="552600" y="2629080"/>
            <a:ext cx="2190240" cy="34272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2250" b="1" u="none" strike="noStrike">
                <a:solidFill>
                  <a:srgbClr val="15263D"/>
                </a:solidFill>
                <a:effectLst/>
                <a:uFillTx/>
                <a:latin typeface="Arial"/>
                <a:ea typeface="Arial"/>
              </a:rPr>
              <a:t>Repo A</a:t>
            </a:r>
            <a:endParaRPr lang="en-US" sz="2250" b="0" u="none" strike="noStrike">
              <a:solidFill>
                <a:srgbClr val="000000"/>
              </a:solidFill>
              <a:effectLst/>
              <a:uFillTx/>
              <a:latin typeface="Arial"/>
            </a:endParaRPr>
          </a:p>
        </p:txBody>
      </p:sp>
      <p:sp>
        <p:nvSpPr>
          <p:cNvPr id="90" name=""/>
          <p:cNvSpPr/>
          <p:nvPr/>
        </p:nvSpPr>
        <p:spPr>
          <a:xfrm>
            <a:off x="552600" y="3038400"/>
            <a:ext cx="2171520" cy="55224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729" b="1" u="none" strike="noStrike">
                <a:solidFill>
                  <a:srgbClr val="0B867B"/>
                </a:solidFill>
                <a:effectLst/>
                <a:uFillTx/>
                <a:latin typeface="Arial"/>
                <a:ea typeface="Arial"/>
              </a:rPr>
              <a:t>CI/CD + iterative</a:t>
            </a:r>
            <a:endParaRPr lang="en-US" sz="1729" b="0" u="none" strike="noStrike">
              <a:solidFill>
                <a:srgbClr val="000000"/>
              </a:solidFill>
              <a:effectLst/>
              <a:uFillTx/>
              <a:latin typeface="Arial"/>
            </a:endParaRPr>
          </a:p>
          <a:p>
            <a:pPr>
              <a:lnSpc>
                <a:spcPct val="100000"/>
              </a:lnSpc>
            </a:pPr>
            <a:r>
              <a:rPr lang="en-US" sz="1729" b="1" u="none" strike="noStrike">
                <a:solidFill>
                  <a:srgbClr val="0B867B"/>
                </a:solidFill>
                <a:effectLst/>
                <a:uFillTx/>
                <a:latin typeface="Arial"/>
                <a:ea typeface="Arial"/>
              </a:rPr>
              <a:t>development</a:t>
            </a:r>
            <a:endParaRPr lang="en-US" sz="1729" b="0" u="none" strike="noStrike">
              <a:solidFill>
                <a:srgbClr val="000000"/>
              </a:solidFill>
              <a:effectLst/>
              <a:uFillTx/>
              <a:latin typeface="Arial"/>
            </a:endParaRPr>
          </a:p>
        </p:txBody>
      </p:sp>
      <p:sp>
        <p:nvSpPr>
          <p:cNvPr id="91" name=""/>
          <p:cNvSpPr/>
          <p:nvPr/>
        </p:nvSpPr>
        <p:spPr>
          <a:xfrm>
            <a:off x="552600" y="3638520"/>
            <a:ext cx="2171520" cy="46620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430" b="0" u="none" strike="noStrike">
                <a:solidFill>
                  <a:srgbClr val="53667E"/>
                </a:solidFill>
                <a:effectLst/>
                <a:uFillTx/>
                <a:latin typeface="Arial"/>
                <a:ea typeface="Arial"/>
              </a:rPr>
              <a:t>Automated feedback</a:t>
            </a:r>
            <a:endParaRPr lang="en-US" sz="1430" b="0" u="none" strike="noStrike">
              <a:solidFill>
                <a:srgbClr val="000000"/>
              </a:solidFill>
              <a:effectLst/>
              <a:uFillTx/>
              <a:latin typeface="Arial"/>
            </a:endParaRPr>
          </a:p>
          <a:p>
            <a:pPr>
              <a:lnSpc>
                <a:spcPct val="100000"/>
              </a:lnSpc>
            </a:pPr>
            <a:r>
              <a:rPr lang="en-US" sz="1430" b="0" u="none" strike="noStrike">
                <a:solidFill>
                  <a:srgbClr val="53667E"/>
                </a:solidFill>
                <a:effectLst/>
                <a:uFillTx/>
                <a:latin typeface="Arial"/>
                <a:ea typeface="Arial"/>
              </a:rPr>
              <a:t>and frequent integration</a:t>
            </a:r>
            <a:endParaRPr lang="en-US" sz="1430" b="0" u="none" strike="noStrike">
              <a:solidFill>
                <a:srgbClr val="000000"/>
              </a:solidFill>
              <a:effectLst/>
              <a:uFillTx/>
              <a:latin typeface="Arial"/>
            </a:endParaRPr>
          </a:p>
        </p:txBody>
      </p:sp>
      <p:sp>
        <p:nvSpPr>
          <p:cNvPr id="92" name=""/>
          <p:cNvSpPr/>
          <p:nvPr/>
        </p:nvSpPr>
        <p:spPr>
          <a:xfrm>
            <a:off x="552600" y="5448240"/>
            <a:ext cx="2190240" cy="34272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2250" b="1" u="none" strike="noStrike">
                <a:solidFill>
                  <a:srgbClr val="15263D"/>
                </a:solidFill>
                <a:effectLst/>
                <a:uFillTx/>
                <a:latin typeface="Arial"/>
                <a:ea typeface="Arial"/>
              </a:rPr>
              <a:t>Repo B</a:t>
            </a:r>
            <a:endParaRPr lang="en-US" sz="2250" b="0" u="none" strike="noStrike">
              <a:solidFill>
                <a:srgbClr val="000000"/>
              </a:solidFill>
              <a:effectLst/>
              <a:uFillTx/>
              <a:latin typeface="Arial"/>
            </a:endParaRPr>
          </a:p>
        </p:txBody>
      </p:sp>
      <p:sp>
        <p:nvSpPr>
          <p:cNvPr id="93" name=""/>
          <p:cNvSpPr/>
          <p:nvPr/>
        </p:nvSpPr>
        <p:spPr>
          <a:xfrm>
            <a:off x="552600" y="5867280"/>
            <a:ext cx="2171520" cy="54252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729" b="1" u="none" strike="noStrike">
                <a:solidFill>
                  <a:srgbClr val="B18029"/>
                </a:solidFill>
                <a:effectLst/>
                <a:uFillTx/>
                <a:latin typeface="Arial"/>
                <a:ea typeface="Arial"/>
              </a:rPr>
              <a:t>No CI/CD</a:t>
            </a:r>
            <a:endParaRPr lang="en-US" sz="1729" b="0" u="none" strike="noStrike">
              <a:solidFill>
                <a:srgbClr val="000000"/>
              </a:solidFill>
              <a:effectLst/>
              <a:uFillTx/>
              <a:latin typeface="Arial"/>
            </a:endParaRPr>
          </a:p>
          <a:p>
            <a:pPr>
              <a:lnSpc>
                <a:spcPct val="100000"/>
              </a:lnSpc>
            </a:pPr>
            <a:r>
              <a:rPr lang="en-US" sz="1729" b="1" u="none" strike="noStrike">
                <a:solidFill>
                  <a:srgbClr val="B18029"/>
                </a:solidFill>
                <a:effectLst/>
                <a:uFillTx/>
                <a:latin typeface="Arial"/>
                <a:ea typeface="Arial"/>
              </a:rPr>
              <a:t>Waterfall process</a:t>
            </a:r>
            <a:endParaRPr lang="en-US" sz="1729" b="0" u="none" strike="noStrike">
              <a:solidFill>
                <a:srgbClr val="000000"/>
              </a:solidFill>
              <a:effectLst/>
              <a:uFillTx/>
              <a:latin typeface="Arial"/>
            </a:endParaRPr>
          </a:p>
        </p:txBody>
      </p:sp>
      <p:sp>
        <p:nvSpPr>
          <p:cNvPr id="94" name=""/>
          <p:cNvSpPr/>
          <p:nvPr/>
        </p:nvSpPr>
        <p:spPr>
          <a:xfrm>
            <a:off x="552600" y="6486480"/>
            <a:ext cx="2171520" cy="43776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430" b="0" u="none" strike="noStrike">
                <a:solidFill>
                  <a:srgbClr val="53667E"/>
                </a:solidFill>
                <a:effectLst/>
                <a:uFillTx/>
                <a:latin typeface="Arial"/>
                <a:ea typeface="Arial"/>
              </a:rPr>
              <a:t>Stage handoffs and</a:t>
            </a:r>
            <a:endParaRPr lang="en-US" sz="1430" b="0" u="none" strike="noStrike">
              <a:solidFill>
                <a:srgbClr val="000000"/>
              </a:solidFill>
              <a:effectLst/>
              <a:uFillTx/>
              <a:latin typeface="Arial"/>
            </a:endParaRPr>
          </a:p>
          <a:p>
            <a:pPr>
              <a:lnSpc>
                <a:spcPct val="100000"/>
              </a:lnSpc>
            </a:pPr>
            <a:r>
              <a:rPr lang="en-US" sz="1430" b="0" u="none" strike="noStrike">
                <a:solidFill>
                  <a:srgbClr val="53667E"/>
                </a:solidFill>
                <a:effectLst/>
                <a:uFillTx/>
                <a:latin typeface="Arial"/>
                <a:ea typeface="Arial"/>
              </a:rPr>
              <a:t>late integration</a:t>
            </a:r>
            <a:endParaRPr lang="en-US" sz="1430" b="0" u="none" strike="noStrike">
              <a:solidFill>
                <a:srgbClr val="000000"/>
              </a:solidFill>
              <a:effectLst/>
              <a:uFillTx/>
              <a:latin typeface="Arial"/>
            </a:endParaRPr>
          </a:p>
        </p:txBody>
      </p:sp>
      <p:sp>
        <p:nvSpPr>
          <p:cNvPr id="95" name=""/>
          <p:cNvSpPr/>
          <p:nvPr/>
        </p:nvSpPr>
        <p:spPr>
          <a:xfrm>
            <a:off x="2381400" y="4124160"/>
            <a:ext cx="456840" cy="23760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280" b="1" u="none" strike="noStrike">
                <a:solidFill>
                  <a:srgbClr val="15263D"/>
                </a:solidFill>
                <a:effectLst/>
                <a:uFillTx/>
                <a:latin typeface="Arial"/>
                <a:ea typeface="Arial"/>
              </a:rPr>
              <a:t>main</a:t>
            </a:r>
            <a:endParaRPr lang="en-US" sz="1280" b="0" u="none" strike="noStrike">
              <a:solidFill>
                <a:srgbClr val="000000"/>
              </a:solidFill>
              <a:effectLst/>
              <a:uFillTx/>
              <a:latin typeface="Arial"/>
            </a:endParaRPr>
          </a:p>
        </p:txBody>
      </p:sp>
      <p:sp>
        <p:nvSpPr>
          <p:cNvPr id="96" name=""/>
          <p:cNvSpPr/>
          <p:nvPr/>
        </p:nvSpPr>
        <p:spPr>
          <a:xfrm>
            <a:off x="2381400" y="6696000"/>
            <a:ext cx="456840" cy="23760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280" b="1" u="none" strike="noStrike">
                <a:solidFill>
                  <a:srgbClr val="15263D"/>
                </a:solidFill>
                <a:effectLst/>
                <a:uFillTx/>
                <a:latin typeface="Arial"/>
                <a:ea typeface="Arial"/>
              </a:rPr>
              <a:t>main</a:t>
            </a:r>
            <a:endParaRPr lang="en-US" sz="1280" b="0" u="none" strike="noStrike">
              <a:solidFill>
                <a:srgbClr val="000000"/>
              </a:solidFill>
              <a:effectLst/>
              <a:uFillTx/>
              <a:latin typeface="Arial"/>
            </a:endParaRPr>
          </a:p>
        </p:txBody>
      </p:sp>
      <p:sp>
        <p:nvSpPr>
          <p:cNvPr id="97" name=""/>
          <p:cNvSpPr/>
          <p:nvPr/>
        </p:nvSpPr>
        <p:spPr>
          <a:xfrm flipV="1">
            <a:off x="2981160" y="4038480"/>
            <a:ext cx="114120" cy="228600"/>
          </a:xfrm>
          <a:prstGeom prst="line">
            <a:avLst/>
          </a:prstGeom>
          <a:ln w="20003">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98" name=""/>
          <p:cNvSpPr/>
          <p:nvPr/>
        </p:nvSpPr>
        <p:spPr>
          <a:xfrm>
            <a:off x="3095280" y="4038480"/>
            <a:ext cx="1162080" cy="360"/>
          </a:xfrm>
          <a:prstGeom prst="line">
            <a:avLst/>
          </a:prstGeom>
          <a:ln w="20003">
            <a:solidFill>
              <a:srgbClr val="2875B9"/>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99" name=""/>
          <p:cNvSpPr/>
          <p:nvPr/>
        </p:nvSpPr>
        <p:spPr>
          <a:xfrm>
            <a:off x="4257360" y="4038480"/>
            <a:ext cx="114480" cy="228600"/>
          </a:xfrm>
          <a:prstGeom prst="line">
            <a:avLst/>
          </a:prstGeom>
          <a:ln w="20003">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00" name=""/>
          <p:cNvSpPr/>
          <p:nvPr/>
        </p:nvSpPr>
        <p:spPr>
          <a:xfrm>
            <a:off x="4314960" y="4210200"/>
            <a:ext cx="114120" cy="114120"/>
          </a:xfrm>
          <a:prstGeom prst="ellipse">
            <a:avLst/>
          </a:prstGeom>
          <a:solidFill>
            <a:srgbClr val="0B867B"/>
          </a:solidFill>
          <a:ln w="22860">
            <a:solidFill>
              <a:srgbClr val="0B867B"/>
            </a:solidFill>
            <a:round/>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101" name=""/>
          <p:cNvSpPr/>
          <p:nvPr/>
        </p:nvSpPr>
        <p:spPr>
          <a:xfrm>
            <a:off x="2948040" y="4233960"/>
            <a:ext cx="66240" cy="66240"/>
          </a:xfrm>
          <a:prstGeom prst="ellipse">
            <a:avLst/>
          </a:prstGeom>
          <a:solidFill>
            <a:srgbClr val="15263D"/>
          </a:solidFill>
          <a:ln w="22860">
            <a:solidFill>
              <a:srgbClr val="15263D"/>
            </a:solidFill>
            <a:round/>
          </a:ln>
        </p:spPr>
        <p:style>
          <a:lnRef idx="0"/>
          <a:fillRef idx="0"/>
          <a:effectRef idx="0"/>
          <a:fontRef idx="minor"/>
        </p:style>
        <p:txBody>
          <a:bodyPr lIns="90000" tIns="1800" rIns="90000" bIns="1800" anchor="t">
            <a:noAutofit/>
          </a:bodyPr>
          <a:p>
            <a:pPr/>
            <a:endParaRPr lang="en-US" sz="1800" b="0" u="none" strike="noStrike">
              <a:solidFill>
                <a:srgbClr val="FFFFFF"/>
              </a:solidFill>
              <a:effectLst/>
              <a:uFillTx/>
              <a:latin typeface="Arial"/>
            </a:endParaRPr>
          </a:p>
        </p:txBody>
      </p:sp>
      <p:sp>
        <p:nvSpPr>
          <p:cNvPr id="102" name=""/>
          <p:cNvSpPr/>
          <p:nvPr/>
        </p:nvSpPr>
        <p:spPr>
          <a:xfrm>
            <a:off x="3175560" y="40024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03" name=""/>
          <p:cNvSpPr/>
          <p:nvPr/>
        </p:nvSpPr>
        <p:spPr>
          <a:xfrm>
            <a:off x="3431160" y="40024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04" name=""/>
          <p:cNvSpPr/>
          <p:nvPr/>
        </p:nvSpPr>
        <p:spPr>
          <a:xfrm>
            <a:off x="3733560" y="40024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05" name=""/>
          <p:cNvSpPr/>
          <p:nvPr/>
        </p:nvSpPr>
        <p:spPr>
          <a:xfrm>
            <a:off x="3930840" y="40024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06" name=""/>
          <p:cNvSpPr/>
          <p:nvPr/>
        </p:nvSpPr>
        <p:spPr>
          <a:xfrm>
            <a:off x="4053600" y="39625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107" name=""/>
          <p:cNvSpPr/>
          <p:nvPr/>
        </p:nvSpPr>
        <p:spPr>
          <a:xfrm>
            <a:off x="4091400" y="4038480"/>
            <a:ext cx="2880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108" name=""/>
          <p:cNvSpPr/>
          <p:nvPr/>
        </p:nvSpPr>
        <p:spPr>
          <a:xfrm flipV="1">
            <a:off x="4120200" y="4009680"/>
            <a:ext cx="4752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109" name=""/>
          <p:cNvSpPr/>
          <p:nvPr/>
        </p:nvSpPr>
        <p:spPr>
          <a:xfrm flipV="1">
            <a:off x="3638520" y="3809880"/>
            <a:ext cx="114120" cy="457200"/>
          </a:xfrm>
          <a:prstGeom prst="line">
            <a:avLst/>
          </a:prstGeom>
          <a:ln w="20003">
            <a:solidFill>
              <a:srgbClr val="A078D3"/>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10" name=""/>
          <p:cNvSpPr/>
          <p:nvPr/>
        </p:nvSpPr>
        <p:spPr>
          <a:xfrm>
            <a:off x="3752640" y="3809880"/>
            <a:ext cx="2333520" cy="360"/>
          </a:xfrm>
          <a:prstGeom prst="line">
            <a:avLst/>
          </a:prstGeom>
          <a:ln w="20003">
            <a:solidFill>
              <a:srgbClr val="A078D3"/>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11" name=""/>
          <p:cNvSpPr/>
          <p:nvPr/>
        </p:nvSpPr>
        <p:spPr>
          <a:xfrm>
            <a:off x="6086160" y="3809880"/>
            <a:ext cx="114480" cy="457200"/>
          </a:xfrm>
          <a:prstGeom prst="line">
            <a:avLst/>
          </a:prstGeom>
          <a:ln w="20003">
            <a:solidFill>
              <a:srgbClr val="A078D3"/>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12" name=""/>
          <p:cNvSpPr/>
          <p:nvPr/>
        </p:nvSpPr>
        <p:spPr>
          <a:xfrm>
            <a:off x="6143760" y="4210200"/>
            <a:ext cx="114120" cy="114120"/>
          </a:xfrm>
          <a:prstGeom prst="ellipse">
            <a:avLst/>
          </a:prstGeom>
          <a:solidFill>
            <a:srgbClr val="0B867B"/>
          </a:solidFill>
          <a:ln w="22860">
            <a:solidFill>
              <a:srgbClr val="0B867B"/>
            </a:solidFill>
            <a:round/>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113" name=""/>
          <p:cNvSpPr/>
          <p:nvPr/>
        </p:nvSpPr>
        <p:spPr>
          <a:xfrm>
            <a:off x="3605040" y="4233960"/>
            <a:ext cx="66240" cy="66240"/>
          </a:xfrm>
          <a:prstGeom prst="ellipse">
            <a:avLst/>
          </a:prstGeom>
          <a:solidFill>
            <a:srgbClr val="15263D"/>
          </a:solidFill>
          <a:ln w="22860">
            <a:solidFill>
              <a:srgbClr val="15263D"/>
            </a:solidFill>
            <a:round/>
          </a:ln>
        </p:spPr>
        <p:style>
          <a:lnRef idx="0"/>
          <a:fillRef idx="0"/>
          <a:effectRef idx="0"/>
          <a:fontRef idx="minor"/>
        </p:style>
        <p:txBody>
          <a:bodyPr lIns="90000" tIns="1800" rIns="90000" bIns="1800" anchor="t">
            <a:noAutofit/>
          </a:bodyPr>
          <a:p>
            <a:pPr/>
            <a:endParaRPr lang="en-US" sz="1800" b="0" u="none" strike="noStrike">
              <a:solidFill>
                <a:srgbClr val="FFFFFF"/>
              </a:solidFill>
              <a:effectLst/>
              <a:uFillTx/>
              <a:latin typeface="Arial"/>
            </a:endParaRPr>
          </a:p>
        </p:txBody>
      </p:sp>
      <p:sp>
        <p:nvSpPr>
          <p:cNvPr id="114" name=""/>
          <p:cNvSpPr/>
          <p:nvPr/>
        </p:nvSpPr>
        <p:spPr>
          <a:xfrm>
            <a:off x="3926520" y="37738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15" name=""/>
          <p:cNvSpPr/>
          <p:nvPr/>
        </p:nvSpPr>
        <p:spPr>
          <a:xfrm>
            <a:off x="4346640" y="37738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16" name=""/>
          <p:cNvSpPr/>
          <p:nvPr/>
        </p:nvSpPr>
        <p:spPr>
          <a:xfrm>
            <a:off x="4719960" y="37738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17" name=""/>
          <p:cNvSpPr/>
          <p:nvPr/>
        </p:nvSpPr>
        <p:spPr>
          <a:xfrm>
            <a:off x="5140080" y="37738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18" name=""/>
          <p:cNvSpPr/>
          <p:nvPr/>
        </p:nvSpPr>
        <p:spPr>
          <a:xfrm>
            <a:off x="5513400" y="37738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19" name=""/>
          <p:cNvSpPr/>
          <p:nvPr/>
        </p:nvSpPr>
        <p:spPr>
          <a:xfrm>
            <a:off x="5753520" y="37339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120" name=""/>
          <p:cNvSpPr/>
          <p:nvPr/>
        </p:nvSpPr>
        <p:spPr>
          <a:xfrm>
            <a:off x="5791320" y="3809880"/>
            <a:ext cx="2880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121" name=""/>
          <p:cNvSpPr/>
          <p:nvPr/>
        </p:nvSpPr>
        <p:spPr>
          <a:xfrm flipV="1">
            <a:off x="5820120" y="3781080"/>
            <a:ext cx="4752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122" name=""/>
          <p:cNvSpPr/>
          <p:nvPr/>
        </p:nvSpPr>
        <p:spPr>
          <a:xfrm flipV="1">
            <a:off x="4686120" y="3581280"/>
            <a:ext cx="114480" cy="685800"/>
          </a:xfrm>
          <a:prstGeom prst="line">
            <a:avLst/>
          </a:prstGeom>
          <a:ln w="20003">
            <a:solidFill>
              <a:srgbClr val="0B867B"/>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23" name=""/>
          <p:cNvSpPr/>
          <p:nvPr/>
        </p:nvSpPr>
        <p:spPr>
          <a:xfrm>
            <a:off x="4800600" y="3581280"/>
            <a:ext cx="1761840" cy="360"/>
          </a:xfrm>
          <a:prstGeom prst="line">
            <a:avLst/>
          </a:prstGeom>
          <a:ln w="20003">
            <a:solidFill>
              <a:srgbClr val="0B867B"/>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24" name=""/>
          <p:cNvSpPr/>
          <p:nvPr/>
        </p:nvSpPr>
        <p:spPr>
          <a:xfrm>
            <a:off x="6562440" y="3581280"/>
            <a:ext cx="114480" cy="685800"/>
          </a:xfrm>
          <a:prstGeom prst="line">
            <a:avLst/>
          </a:prstGeom>
          <a:ln w="20003">
            <a:solidFill>
              <a:srgbClr val="0B867B"/>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25" name=""/>
          <p:cNvSpPr/>
          <p:nvPr/>
        </p:nvSpPr>
        <p:spPr>
          <a:xfrm>
            <a:off x="6620040" y="4210200"/>
            <a:ext cx="114120" cy="114120"/>
          </a:xfrm>
          <a:prstGeom prst="ellipse">
            <a:avLst/>
          </a:prstGeom>
          <a:solidFill>
            <a:srgbClr val="0B867B"/>
          </a:solidFill>
          <a:ln w="22860">
            <a:solidFill>
              <a:srgbClr val="0B867B"/>
            </a:solidFill>
            <a:round/>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126" name=""/>
          <p:cNvSpPr/>
          <p:nvPr/>
        </p:nvSpPr>
        <p:spPr>
          <a:xfrm>
            <a:off x="4653000" y="4233960"/>
            <a:ext cx="66240" cy="66240"/>
          </a:xfrm>
          <a:prstGeom prst="ellipse">
            <a:avLst/>
          </a:prstGeom>
          <a:solidFill>
            <a:srgbClr val="15263D"/>
          </a:solidFill>
          <a:ln w="22860">
            <a:solidFill>
              <a:srgbClr val="15263D"/>
            </a:solidFill>
            <a:round/>
          </a:ln>
        </p:spPr>
        <p:style>
          <a:lnRef idx="0"/>
          <a:fillRef idx="0"/>
          <a:effectRef idx="0"/>
          <a:fontRef idx="minor"/>
        </p:style>
        <p:txBody>
          <a:bodyPr lIns="90000" tIns="1800" rIns="90000" bIns="1800" anchor="t">
            <a:noAutofit/>
          </a:bodyPr>
          <a:p>
            <a:pPr/>
            <a:endParaRPr lang="en-US" sz="1800" b="0" u="none" strike="noStrike">
              <a:solidFill>
                <a:srgbClr val="FFFFFF"/>
              </a:solidFill>
              <a:effectLst/>
              <a:uFillTx/>
              <a:latin typeface="Arial"/>
            </a:endParaRPr>
          </a:p>
        </p:txBody>
      </p:sp>
      <p:sp>
        <p:nvSpPr>
          <p:cNvPr id="127" name=""/>
          <p:cNvSpPr/>
          <p:nvPr/>
        </p:nvSpPr>
        <p:spPr>
          <a:xfrm>
            <a:off x="4923000" y="3545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28" name=""/>
          <p:cNvSpPr/>
          <p:nvPr/>
        </p:nvSpPr>
        <p:spPr>
          <a:xfrm>
            <a:off x="5257800" y="3545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29" name=""/>
          <p:cNvSpPr/>
          <p:nvPr/>
        </p:nvSpPr>
        <p:spPr>
          <a:xfrm>
            <a:off x="5574960" y="3545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30" name=""/>
          <p:cNvSpPr/>
          <p:nvPr/>
        </p:nvSpPr>
        <p:spPr>
          <a:xfrm>
            <a:off x="6086160" y="3545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31" name=""/>
          <p:cNvSpPr/>
          <p:nvPr/>
        </p:nvSpPr>
        <p:spPr>
          <a:xfrm>
            <a:off x="6292800" y="35053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132" name=""/>
          <p:cNvSpPr/>
          <p:nvPr/>
        </p:nvSpPr>
        <p:spPr>
          <a:xfrm>
            <a:off x="6330600" y="3581280"/>
            <a:ext cx="2844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133" name=""/>
          <p:cNvSpPr/>
          <p:nvPr/>
        </p:nvSpPr>
        <p:spPr>
          <a:xfrm flipV="1">
            <a:off x="6359040" y="3552480"/>
            <a:ext cx="4788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134" name=""/>
          <p:cNvSpPr/>
          <p:nvPr/>
        </p:nvSpPr>
        <p:spPr>
          <a:xfrm flipV="1">
            <a:off x="5514840" y="4038480"/>
            <a:ext cx="114120" cy="228600"/>
          </a:xfrm>
          <a:prstGeom prst="line">
            <a:avLst/>
          </a:prstGeom>
          <a:ln w="20003">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35" name=""/>
          <p:cNvSpPr/>
          <p:nvPr/>
        </p:nvSpPr>
        <p:spPr>
          <a:xfrm>
            <a:off x="5628960" y="4038480"/>
            <a:ext cx="2229120" cy="360"/>
          </a:xfrm>
          <a:prstGeom prst="line">
            <a:avLst/>
          </a:prstGeom>
          <a:ln w="20003">
            <a:solidFill>
              <a:srgbClr val="2875B9"/>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36" name=""/>
          <p:cNvSpPr/>
          <p:nvPr/>
        </p:nvSpPr>
        <p:spPr>
          <a:xfrm>
            <a:off x="7858080" y="4038480"/>
            <a:ext cx="114120" cy="228600"/>
          </a:xfrm>
          <a:prstGeom prst="line">
            <a:avLst/>
          </a:prstGeom>
          <a:ln w="20003">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37" name=""/>
          <p:cNvSpPr/>
          <p:nvPr/>
        </p:nvSpPr>
        <p:spPr>
          <a:xfrm>
            <a:off x="7915320" y="4210200"/>
            <a:ext cx="114120" cy="114120"/>
          </a:xfrm>
          <a:prstGeom prst="ellipse">
            <a:avLst/>
          </a:prstGeom>
          <a:solidFill>
            <a:srgbClr val="0B867B"/>
          </a:solidFill>
          <a:ln w="22860">
            <a:solidFill>
              <a:srgbClr val="0B867B"/>
            </a:solidFill>
            <a:round/>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138" name=""/>
          <p:cNvSpPr/>
          <p:nvPr/>
        </p:nvSpPr>
        <p:spPr>
          <a:xfrm>
            <a:off x="5481720" y="4233960"/>
            <a:ext cx="66240" cy="66240"/>
          </a:xfrm>
          <a:prstGeom prst="ellipse">
            <a:avLst/>
          </a:prstGeom>
          <a:solidFill>
            <a:srgbClr val="15263D"/>
          </a:solidFill>
          <a:ln w="22860">
            <a:solidFill>
              <a:srgbClr val="15263D"/>
            </a:solidFill>
            <a:round/>
          </a:ln>
        </p:spPr>
        <p:style>
          <a:lnRef idx="0"/>
          <a:fillRef idx="0"/>
          <a:effectRef idx="0"/>
          <a:fontRef idx="minor"/>
        </p:style>
        <p:txBody>
          <a:bodyPr lIns="90000" tIns="1800" rIns="90000" bIns="1800" anchor="t">
            <a:noAutofit/>
          </a:bodyPr>
          <a:p>
            <a:pPr/>
            <a:endParaRPr lang="en-US" sz="1800" b="0" u="none" strike="noStrike">
              <a:solidFill>
                <a:srgbClr val="FFFFFF"/>
              </a:solidFill>
              <a:effectLst/>
              <a:uFillTx/>
              <a:latin typeface="Arial"/>
            </a:endParaRPr>
          </a:p>
        </p:txBody>
      </p:sp>
      <p:sp>
        <p:nvSpPr>
          <p:cNvPr id="139" name=""/>
          <p:cNvSpPr/>
          <p:nvPr/>
        </p:nvSpPr>
        <p:spPr>
          <a:xfrm>
            <a:off x="5726880" y="40024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40" name=""/>
          <p:cNvSpPr/>
          <p:nvPr/>
        </p:nvSpPr>
        <p:spPr>
          <a:xfrm>
            <a:off x="5994360" y="40024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41" name=""/>
          <p:cNvSpPr/>
          <p:nvPr/>
        </p:nvSpPr>
        <p:spPr>
          <a:xfrm>
            <a:off x="6462360" y="40024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42" name=""/>
          <p:cNvSpPr/>
          <p:nvPr/>
        </p:nvSpPr>
        <p:spPr>
          <a:xfrm>
            <a:off x="6841080" y="40024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43" name=""/>
          <p:cNvSpPr/>
          <p:nvPr/>
        </p:nvSpPr>
        <p:spPr>
          <a:xfrm>
            <a:off x="7220160" y="40024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44" name=""/>
          <p:cNvSpPr/>
          <p:nvPr/>
        </p:nvSpPr>
        <p:spPr>
          <a:xfrm>
            <a:off x="7536600" y="39625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145" name=""/>
          <p:cNvSpPr/>
          <p:nvPr/>
        </p:nvSpPr>
        <p:spPr>
          <a:xfrm>
            <a:off x="7574760" y="4038480"/>
            <a:ext cx="2844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146" name=""/>
          <p:cNvSpPr/>
          <p:nvPr/>
        </p:nvSpPr>
        <p:spPr>
          <a:xfrm flipV="1">
            <a:off x="7603200" y="4009680"/>
            <a:ext cx="4752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147" name=""/>
          <p:cNvSpPr/>
          <p:nvPr/>
        </p:nvSpPr>
        <p:spPr>
          <a:xfrm flipV="1">
            <a:off x="6838920" y="3809880"/>
            <a:ext cx="114120" cy="457200"/>
          </a:xfrm>
          <a:prstGeom prst="line">
            <a:avLst/>
          </a:prstGeom>
          <a:ln w="20003">
            <a:solidFill>
              <a:srgbClr val="A078D3"/>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48" name=""/>
          <p:cNvSpPr/>
          <p:nvPr/>
        </p:nvSpPr>
        <p:spPr>
          <a:xfrm>
            <a:off x="6953040" y="3809880"/>
            <a:ext cx="3247920" cy="360"/>
          </a:xfrm>
          <a:prstGeom prst="line">
            <a:avLst/>
          </a:prstGeom>
          <a:ln w="20003">
            <a:solidFill>
              <a:srgbClr val="A078D3"/>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49" name=""/>
          <p:cNvSpPr/>
          <p:nvPr/>
        </p:nvSpPr>
        <p:spPr>
          <a:xfrm>
            <a:off x="10200960" y="3809880"/>
            <a:ext cx="114480" cy="457200"/>
          </a:xfrm>
          <a:prstGeom prst="line">
            <a:avLst/>
          </a:prstGeom>
          <a:ln w="20003">
            <a:solidFill>
              <a:srgbClr val="A078D3"/>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50" name=""/>
          <p:cNvSpPr/>
          <p:nvPr/>
        </p:nvSpPr>
        <p:spPr>
          <a:xfrm>
            <a:off x="10258560" y="4210200"/>
            <a:ext cx="114120" cy="114120"/>
          </a:xfrm>
          <a:prstGeom prst="ellipse">
            <a:avLst/>
          </a:prstGeom>
          <a:solidFill>
            <a:srgbClr val="0B867B"/>
          </a:solidFill>
          <a:ln w="22860">
            <a:solidFill>
              <a:srgbClr val="0B867B"/>
            </a:solidFill>
            <a:round/>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151" name=""/>
          <p:cNvSpPr/>
          <p:nvPr/>
        </p:nvSpPr>
        <p:spPr>
          <a:xfrm>
            <a:off x="6805440" y="4233960"/>
            <a:ext cx="66240" cy="66240"/>
          </a:xfrm>
          <a:prstGeom prst="ellipse">
            <a:avLst/>
          </a:prstGeom>
          <a:solidFill>
            <a:srgbClr val="15263D"/>
          </a:solidFill>
          <a:ln w="22860">
            <a:solidFill>
              <a:srgbClr val="15263D"/>
            </a:solidFill>
            <a:round/>
          </a:ln>
        </p:spPr>
        <p:style>
          <a:lnRef idx="0"/>
          <a:fillRef idx="0"/>
          <a:effectRef idx="0"/>
          <a:fontRef idx="minor"/>
        </p:style>
        <p:txBody>
          <a:bodyPr lIns="90000" tIns="1800" rIns="90000" bIns="1800" anchor="t">
            <a:noAutofit/>
          </a:bodyPr>
          <a:p>
            <a:pPr/>
            <a:endParaRPr lang="en-US" sz="1800" b="0" u="none" strike="noStrike">
              <a:solidFill>
                <a:srgbClr val="FFFFFF"/>
              </a:solidFill>
              <a:effectLst/>
              <a:uFillTx/>
              <a:latin typeface="Arial"/>
            </a:endParaRPr>
          </a:p>
        </p:txBody>
      </p:sp>
      <p:sp>
        <p:nvSpPr>
          <p:cNvPr id="152" name=""/>
          <p:cNvSpPr/>
          <p:nvPr/>
        </p:nvSpPr>
        <p:spPr>
          <a:xfrm>
            <a:off x="7111800" y="37738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53" name=""/>
          <p:cNvSpPr/>
          <p:nvPr/>
        </p:nvSpPr>
        <p:spPr>
          <a:xfrm>
            <a:off x="7469280" y="37738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54" name=""/>
          <p:cNvSpPr/>
          <p:nvPr/>
        </p:nvSpPr>
        <p:spPr>
          <a:xfrm>
            <a:off x="8021520" y="37738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55" name=""/>
          <p:cNvSpPr/>
          <p:nvPr/>
        </p:nvSpPr>
        <p:spPr>
          <a:xfrm>
            <a:off x="8606160" y="37738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56" name=""/>
          <p:cNvSpPr/>
          <p:nvPr/>
        </p:nvSpPr>
        <p:spPr>
          <a:xfrm>
            <a:off x="9158040" y="37738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57" name=""/>
          <p:cNvSpPr/>
          <p:nvPr/>
        </p:nvSpPr>
        <p:spPr>
          <a:xfrm>
            <a:off x="9677880" y="37738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58" name=""/>
          <p:cNvSpPr/>
          <p:nvPr/>
        </p:nvSpPr>
        <p:spPr>
          <a:xfrm>
            <a:off x="9767880" y="37339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159" name=""/>
          <p:cNvSpPr/>
          <p:nvPr/>
        </p:nvSpPr>
        <p:spPr>
          <a:xfrm>
            <a:off x="9805680" y="3809880"/>
            <a:ext cx="2844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160" name=""/>
          <p:cNvSpPr/>
          <p:nvPr/>
        </p:nvSpPr>
        <p:spPr>
          <a:xfrm flipV="1">
            <a:off x="9834120" y="3781080"/>
            <a:ext cx="4788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161" name=""/>
          <p:cNvSpPr/>
          <p:nvPr/>
        </p:nvSpPr>
        <p:spPr>
          <a:xfrm flipV="1">
            <a:off x="7772400" y="3581280"/>
            <a:ext cx="114120" cy="685800"/>
          </a:xfrm>
          <a:prstGeom prst="line">
            <a:avLst/>
          </a:prstGeom>
          <a:ln w="20003">
            <a:solidFill>
              <a:srgbClr val="0B867B"/>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62" name=""/>
          <p:cNvSpPr/>
          <p:nvPr/>
        </p:nvSpPr>
        <p:spPr>
          <a:xfrm>
            <a:off x="7886520" y="3581280"/>
            <a:ext cx="1276200" cy="360"/>
          </a:xfrm>
          <a:prstGeom prst="line">
            <a:avLst/>
          </a:prstGeom>
          <a:ln w="20003">
            <a:solidFill>
              <a:srgbClr val="0B867B"/>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63" name=""/>
          <p:cNvSpPr/>
          <p:nvPr/>
        </p:nvSpPr>
        <p:spPr>
          <a:xfrm>
            <a:off x="9162720" y="3581280"/>
            <a:ext cx="114480" cy="685800"/>
          </a:xfrm>
          <a:prstGeom prst="line">
            <a:avLst/>
          </a:prstGeom>
          <a:ln w="20003">
            <a:solidFill>
              <a:srgbClr val="0B867B"/>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64" name=""/>
          <p:cNvSpPr/>
          <p:nvPr/>
        </p:nvSpPr>
        <p:spPr>
          <a:xfrm>
            <a:off x="9220320" y="4210200"/>
            <a:ext cx="114120" cy="114120"/>
          </a:xfrm>
          <a:prstGeom prst="ellipse">
            <a:avLst/>
          </a:prstGeom>
          <a:solidFill>
            <a:srgbClr val="0B867B"/>
          </a:solidFill>
          <a:ln w="22860">
            <a:solidFill>
              <a:srgbClr val="0B867B"/>
            </a:solidFill>
            <a:round/>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165" name=""/>
          <p:cNvSpPr/>
          <p:nvPr/>
        </p:nvSpPr>
        <p:spPr>
          <a:xfrm>
            <a:off x="7738920" y="4233960"/>
            <a:ext cx="66240" cy="66240"/>
          </a:xfrm>
          <a:prstGeom prst="ellipse">
            <a:avLst/>
          </a:prstGeom>
          <a:solidFill>
            <a:srgbClr val="15263D"/>
          </a:solidFill>
          <a:ln w="22860">
            <a:solidFill>
              <a:srgbClr val="15263D"/>
            </a:solidFill>
            <a:round/>
          </a:ln>
        </p:spPr>
        <p:style>
          <a:lnRef idx="0"/>
          <a:fillRef idx="0"/>
          <a:effectRef idx="0"/>
          <a:fontRef idx="minor"/>
        </p:style>
        <p:txBody>
          <a:bodyPr lIns="90000" tIns="1800" rIns="90000" bIns="1800" anchor="t">
            <a:noAutofit/>
          </a:bodyPr>
          <a:p>
            <a:pPr/>
            <a:endParaRPr lang="en-US" sz="1800" b="0" u="none" strike="noStrike">
              <a:solidFill>
                <a:srgbClr val="FFFFFF"/>
              </a:solidFill>
              <a:effectLst/>
              <a:uFillTx/>
              <a:latin typeface="Arial"/>
            </a:endParaRPr>
          </a:p>
        </p:txBody>
      </p:sp>
      <p:sp>
        <p:nvSpPr>
          <p:cNvPr id="166" name=""/>
          <p:cNvSpPr/>
          <p:nvPr/>
        </p:nvSpPr>
        <p:spPr>
          <a:xfrm>
            <a:off x="8003520" y="3545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67" name=""/>
          <p:cNvSpPr/>
          <p:nvPr/>
        </p:nvSpPr>
        <p:spPr>
          <a:xfrm>
            <a:off x="8246160" y="3545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68" name=""/>
          <p:cNvSpPr/>
          <p:nvPr/>
        </p:nvSpPr>
        <p:spPr>
          <a:xfrm>
            <a:off x="8463240" y="3545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69" name=""/>
          <p:cNvSpPr/>
          <p:nvPr/>
        </p:nvSpPr>
        <p:spPr>
          <a:xfrm>
            <a:off x="8782200" y="3545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70" name=""/>
          <p:cNvSpPr/>
          <p:nvPr/>
        </p:nvSpPr>
        <p:spPr>
          <a:xfrm>
            <a:off x="8946360" y="35053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171" name=""/>
          <p:cNvSpPr/>
          <p:nvPr/>
        </p:nvSpPr>
        <p:spPr>
          <a:xfrm>
            <a:off x="8984520" y="3581280"/>
            <a:ext cx="2844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172" name=""/>
          <p:cNvSpPr/>
          <p:nvPr/>
        </p:nvSpPr>
        <p:spPr>
          <a:xfrm flipV="1">
            <a:off x="9012960" y="3552480"/>
            <a:ext cx="4752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173" name=""/>
          <p:cNvSpPr/>
          <p:nvPr/>
        </p:nvSpPr>
        <p:spPr>
          <a:xfrm flipV="1">
            <a:off x="8553240" y="3352680"/>
            <a:ext cx="114480" cy="914400"/>
          </a:xfrm>
          <a:prstGeom prst="line">
            <a:avLst/>
          </a:prstGeom>
          <a:ln w="20003">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74" name=""/>
          <p:cNvSpPr/>
          <p:nvPr/>
        </p:nvSpPr>
        <p:spPr>
          <a:xfrm>
            <a:off x="8667720" y="3352680"/>
            <a:ext cx="3009600" cy="360"/>
          </a:xfrm>
          <a:prstGeom prst="line">
            <a:avLst/>
          </a:prstGeom>
          <a:ln w="20003">
            <a:solidFill>
              <a:srgbClr val="2875B9"/>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75" name=""/>
          <p:cNvSpPr/>
          <p:nvPr/>
        </p:nvSpPr>
        <p:spPr>
          <a:xfrm>
            <a:off x="11677320" y="3352680"/>
            <a:ext cx="114480" cy="914400"/>
          </a:xfrm>
          <a:prstGeom prst="line">
            <a:avLst/>
          </a:prstGeom>
          <a:ln w="20003">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76" name=""/>
          <p:cNvSpPr/>
          <p:nvPr/>
        </p:nvSpPr>
        <p:spPr>
          <a:xfrm>
            <a:off x="11734920" y="4210200"/>
            <a:ext cx="114120" cy="114120"/>
          </a:xfrm>
          <a:prstGeom prst="ellipse">
            <a:avLst/>
          </a:prstGeom>
          <a:solidFill>
            <a:srgbClr val="0B867B"/>
          </a:solidFill>
          <a:ln w="22860">
            <a:solidFill>
              <a:srgbClr val="0B867B"/>
            </a:solidFill>
            <a:round/>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177" name=""/>
          <p:cNvSpPr/>
          <p:nvPr/>
        </p:nvSpPr>
        <p:spPr>
          <a:xfrm>
            <a:off x="8520120" y="4233960"/>
            <a:ext cx="66240" cy="66240"/>
          </a:xfrm>
          <a:prstGeom prst="ellipse">
            <a:avLst/>
          </a:prstGeom>
          <a:solidFill>
            <a:srgbClr val="15263D"/>
          </a:solidFill>
          <a:ln w="22860">
            <a:solidFill>
              <a:srgbClr val="15263D"/>
            </a:solidFill>
            <a:round/>
          </a:ln>
        </p:spPr>
        <p:style>
          <a:lnRef idx="0"/>
          <a:fillRef idx="0"/>
          <a:effectRef idx="0"/>
          <a:fontRef idx="minor"/>
        </p:style>
        <p:txBody>
          <a:bodyPr lIns="90000" tIns="1800" rIns="90000" bIns="1800" anchor="t">
            <a:noAutofit/>
          </a:bodyPr>
          <a:p>
            <a:pPr/>
            <a:endParaRPr lang="en-US" sz="1800" b="0" u="none" strike="noStrike">
              <a:solidFill>
                <a:srgbClr val="FFFFFF"/>
              </a:solidFill>
              <a:effectLst/>
              <a:uFillTx/>
              <a:latin typeface="Arial"/>
            </a:endParaRPr>
          </a:p>
        </p:txBody>
      </p:sp>
      <p:sp>
        <p:nvSpPr>
          <p:cNvPr id="178" name=""/>
          <p:cNvSpPr/>
          <p:nvPr/>
        </p:nvSpPr>
        <p:spPr>
          <a:xfrm>
            <a:off x="8842320" y="33166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79" name=""/>
          <p:cNvSpPr/>
          <p:nvPr/>
        </p:nvSpPr>
        <p:spPr>
          <a:xfrm>
            <a:off x="9113040" y="33166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80" name=""/>
          <p:cNvSpPr/>
          <p:nvPr/>
        </p:nvSpPr>
        <p:spPr>
          <a:xfrm>
            <a:off x="9564480" y="33166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81" name=""/>
          <p:cNvSpPr/>
          <p:nvPr/>
        </p:nvSpPr>
        <p:spPr>
          <a:xfrm>
            <a:off x="10136520" y="33166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82" name=""/>
          <p:cNvSpPr/>
          <p:nvPr/>
        </p:nvSpPr>
        <p:spPr>
          <a:xfrm>
            <a:off x="10618200" y="33166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83" name=""/>
          <p:cNvSpPr/>
          <p:nvPr/>
        </p:nvSpPr>
        <p:spPr>
          <a:xfrm>
            <a:off x="10979280" y="33166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84" name=""/>
          <p:cNvSpPr/>
          <p:nvPr/>
        </p:nvSpPr>
        <p:spPr>
          <a:xfrm>
            <a:off x="11270520" y="32767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185" name=""/>
          <p:cNvSpPr/>
          <p:nvPr/>
        </p:nvSpPr>
        <p:spPr>
          <a:xfrm>
            <a:off x="11308320" y="3352680"/>
            <a:ext cx="2844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186" name=""/>
          <p:cNvSpPr/>
          <p:nvPr/>
        </p:nvSpPr>
        <p:spPr>
          <a:xfrm flipV="1">
            <a:off x="11336760" y="3323880"/>
            <a:ext cx="4788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187" name=""/>
          <p:cNvSpPr/>
          <p:nvPr/>
        </p:nvSpPr>
        <p:spPr>
          <a:xfrm flipV="1">
            <a:off x="8924760" y="3124080"/>
            <a:ext cx="114120" cy="1143000"/>
          </a:xfrm>
          <a:prstGeom prst="line">
            <a:avLst/>
          </a:prstGeom>
          <a:ln w="20003">
            <a:solidFill>
              <a:srgbClr val="0B867B"/>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88" name=""/>
          <p:cNvSpPr/>
          <p:nvPr/>
        </p:nvSpPr>
        <p:spPr>
          <a:xfrm>
            <a:off x="9038880" y="3124080"/>
            <a:ext cx="1533600" cy="360"/>
          </a:xfrm>
          <a:prstGeom prst="line">
            <a:avLst/>
          </a:prstGeom>
          <a:ln w="20003">
            <a:solidFill>
              <a:srgbClr val="0B867B"/>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89" name=""/>
          <p:cNvSpPr/>
          <p:nvPr/>
        </p:nvSpPr>
        <p:spPr>
          <a:xfrm>
            <a:off x="10572480" y="3124080"/>
            <a:ext cx="114480" cy="1143000"/>
          </a:xfrm>
          <a:prstGeom prst="line">
            <a:avLst/>
          </a:prstGeom>
          <a:ln w="20003">
            <a:solidFill>
              <a:srgbClr val="0B867B"/>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90" name=""/>
          <p:cNvSpPr/>
          <p:nvPr/>
        </p:nvSpPr>
        <p:spPr>
          <a:xfrm>
            <a:off x="10630080" y="4210200"/>
            <a:ext cx="114120" cy="114120"/>
          </a:xfrm>
          <a:prstGeom prst="ellipse">
            <a:avLst/>
          </a:prstGeom>
          <a:solidFill>
            <a:srgbClr val="0B867B"/>
          </a:solidFill>
          <a:ln w="22860">
            <a:solidFill>
              <a:srgbClr val="0B867B"/>
            </a:solidFill>
            <a:round/>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191" name=""/>
          <p:cNvSpPr/>
          <p:nvPr/>
        </p:nvSpPr>
        <p:spPr>
          <a:xfrm>
            <a:off x="8891640" y="4233960"/>
            <a:ext cx="66240" cy="66240"/>
          </a:xfrm>
          <a:prstGeom prst="ellipse">
            <a:avLst/>
          </a:prstGeom>
          <a:solidFill>
            <a:srgbClr val="15263D"/>
          </a:solidFill>
          <a:ln w="22860">
            <a:solidFill>
              <a:srgbClr val="15263D"/>
            </a:solidFill>
            <a:round/>
          </a:ln>
        </p:spPr>
        <p:style>
          <a:lnRef idx="0"/>
          <a:fillRef idx="0"/>
          <a:effectRef idx="0"/>
          <a:fontRef idx="minor"/>
        </p:style>
        <p:txBody>
          <a:bodyPr lIns="90000" tIns="1800" rIns="90000" bIns="1800" anchor="t">
            <a:noAutofit/>
          </a:bodyPr>
          <a:p>
            <a:pPr/>
            <a:endParaRPr lang="en-US" sz="1800" b="0" u="none" strike="noStrike">
              <a:solidFill>
                <a:srgbClr val="FFFFFF"/>
              </a:solidFill>
              <a:effectLst/>
              <a:uFillTx/>
              <a:latin typeface="Arial"/>
            </a:endParaRPr>
          </a:p>
        </p:txBody>
      </p:sp>
      <p:sp>
        <p:nvSpPr>
          <p:cNvPr id="192" name=""/>
          <p:cNvSpPr/>
          <p:nvPr/>
        </p:nvSpPr>
        <p:spPr>
          <a:xfrm>
            <a:off x="9110520" y="30880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93" name=""/>
          <p:cNvSpPr/>
          <p:nvPr/>
        </p:nvSpPr>
        <p:spPr>
          <a:xfrm>
            <a:off x="9248400" y="30880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94" name=""/>
          <p:cNvSpPr/>
          <p:nvPr/>
        </p:nvSpPr>
        <p:spPr>
          <a:xfrm>
            <a:off x="9539640" y="30880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95" name=""/>
          <p:cNvSpPr/>
          <p:nvPr/>
        </p:nvSpPr>
        <p:spPr>
          <a:xfrm>
            <a:off x="9754560" y="30880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96" name=""/>
          <p:cNvSpPr/>
          <p:nvPr/>
        </p:nvSpPr>
        <p:spPr>
          <a:xfrm>
            <a:off x="10091880" y="30880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197" name=""/>
          <p:cNvSpPr/>
          <p:nvPr/>
        </p:nvSpPr>
        <p:spPr>
          <a:xfrm>
            <a:off x="10328040" y="30481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198" name=""/>
          <p:cNvSpPr/>
          <p:nvPr/>
        </p:nvSpPr>
        <p:spPr>
          <a:xfrm>
            <a:off x="10365840" y="3124080"/>
            <a:ext cx="2844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199" name=""/>
          <p:cNvSpPr/>
          <p:nvPr/>
        </p:nvSpPr>
        <p:spPr>
          <a:xfrm flipV="1">
            <a:off x="10394280" y="3095280"/>
            <a:ext cx="4788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200" name=""/>
          <p:cNvSpPr/>
          <p:nvPr/>
        </p:nvSpPr>
        <p:spPr>
          <a:xfrm flipV="1">
            <a:off x="9334440" y="2895480"/>
            <a:ext cx="114120" cy="1371600"/>
          </a:xfrm>
          <a:prstGeom prst="line">
            <a:avLst/>
          </a:prstGeom>
          <a:ln w="20003">
            <a:solidFill>
              <a:srgbClr val="A078D3"/>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01" name=""/>
          <p:cNvSpPr/>
          <p:nvPr/>
        </p:nvSpPr>
        <p:spPr>
          <a:xfrm>
            <a:off x="9448560" y="2895480"/>
            <a:ext cx="3333960" cy="360"/>
          </a:xfrm>
          <a:prstGeom prst="line">
            <a:avLst/>
          </a:prstGeom>
          <a:ln w="20003">
            <a:solidFill>
              <a:srgbClr val="A078D3"/>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202" name=""/>
          <p:cNvSpPr/>
          <p:nvPr/>
        </p:nvSpPr>
        <p:spPr>
          <a:xfrm>
            <a:off x="12782520" y="2895480"/>
            <a:ext cx="114120" cy="1371600"/>
          </a:xfrm>
          <a:prstGeom prst="line">
            <a:avLst/>
          </a:prstGeom>
          <a:ln w="20003">
            <a:solidFill>
              <a:srgbClr val="A078D3"/>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03" name=""/>
          <p:cNvSpPr/>
          <p:nvPr/>
        </p:nvSpPr>
        <p:spPr>
          <a:xfrm>
            <a:off x="12839760" y="4210200"/>
            <a:ext cx="114120" cy="114120"/>
          </a:xfrm>
          <a:prstGeom prst="ellipse">
            <a:avLst/>
          </a:prstGeom>
          <a:solidFill>
            <a:srgbClr val="0B867B"/>
          </a:solidFill>
          <a:ln w="22860">
            <a:solidFill>
              <a:srgbClr val="0B867B"/>
            </a:solidFill>
            <a:round/>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204" name=""/>
          <p:cNvSpPr/>
          <p:nvPr/>
        </p:nvSpPr>
        <p:spPr>
          <a:xfrm>
            <a:off x="9301320" y="4233960"/>
            <a:ext cx="66240" cy="66240"/>
          </a:xfrm>
          <a:prstGeom prst="ellipse">
            <a:avLst/>
          </a:prstGeom>
          <a:solidFill>
            <a:srgbClr val="15263D"/>
          </a:solidFill>
          <a:ln w="22860">
            <a:solidFill>
              <a:srgbClr val="15263D"/>
            </a:solidFill>
            <a:round/>
          </a:ln>
        </p:spPr>
        <p:style>
          <a:lnRef idx="0"/>
          <a:fillRef idx="0"/>
          <a:effectRef idx="0"/>
          <a:fontRef idx="minor"/>
        </p:style>
        <p:txBody>
          <a:bodyPr lIns="90000" tIns="1800" rIns="90000" bIns="1800" anchor="t">
            <a:noAutofit/>
          </a:bodyPr>
          <a:p>
            <a:pPr/>
            <a:endParaRPr lang="en-US" sz="1800" b="0" u="none" strike="noStrike">
              <a:solidFill>
                <a:srgbClr val="FFFFFF"/>
              </a:solidFill>
              <a:effectLst/>
              <a:uFillTx/>
              <a:latin typeface="Arial"/>
            </a:endParaRPr>
          </a:p>
        </p:txBody>
      </p:sp>
      <p:sp>
        <p:nvSpPr>
          <p:cNvPr id="205" name=""/>
          <p:cNvSpPr/>
          <p:nvPr/>
        </p:nvSpPr>
        <p:spPr>
          <a:xfrm>
            <a:off x="9546120" y="28594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06" name=""/>
          <p:cNvSpPr/>
          <p:nvPr/>
        </p:nvSpPr>
        <p:spPr>
          <a:xfrm>
            <a:off x="9979200" y="28594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07" name=""/>
          <p:cNvSpPr/>
          <p:nvPr/>
        </p:nvSpPr>
        <p:spPr>
          <a:xfrm>
            <a:off x="10412640" y="28594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08" name=""/>
          <p:cNvSpPr/>
          <p:nvPr/>
        </p:nvSpPr>
        <p:spPr>
          <a:xfrm>
            <a:off x="10979640" y="28594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09" name=""/>
          <p:cNvSpPr/>
          <p:nvPr/>
        </p:nvSpPr>
        <p:spPr>
          <a:xfrm>
            <a:off x="11479680" y="28594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10" name=""/>
          <p:cNvSpPr/>
          <p:nvPr/>
        </p:nvSpPr>
        <p:spPr>
          <a:xfrm>
            <a:off x="12112920" y="28594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11" name=""/>
          <p:cNvSpPr/>
          <p:nvPr/>
        </p:nvSpPr>
        <p:spPr>
          <a:xfrm>
            <a:off x="12339720" y="28195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212" name=""/>
          <p:cNvSpPr/>
          <p:nvPr/>
        </p:nvSpPr>
        <p:spPr>
          <a:xfrm>
            <a:off x="12377520" y="2895480"/>
            <a:ext cx="2844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213" name=""/>
          <p:cNvSpPr/>
          <p:nvPr/>
        </p:nvSpPr>
        <p:spPr>
          <a:xfrm flipV="1">
            <a:off x="12405960" y="2866680"/>
            <a:ext cx="4788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214" name=""/>
          <p:cNvSpPr/>
          <p:nvPr/>
        </p:nvSpPr>
        <p:spPr>
          <a:xfrm flipV="1">
            <a:off x="9820080" y="2666880"/>
            <a:ext cx="114480" cy="1600200"/>
          </a:xfrm>
          <a:prstGeom prst="line">
            <a:avLst/>
          </a:prstGeom>
          <a:ln w="20003">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15" name=""/>
          <p:cNvSpPr/>
          <p:nvPr/>
        </p:nvSpPr>
        <p:spPr>
          <a:xfrm>
            <a:off x="9934560" y="2666880"/>
            <a:ext cx="1857240" cy="360"/>
          </a:xfrm>
          <a:prstGeom prst="line">
            <a:avLst/>
          </a:prstGeom>
          <a:ln w="20003">
            <a:solidFill>
              <a:srgbClr val="2875B9"/>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216" name=""/>
          <p:cNvSpPr/>
          <p:nvPr/>
        </p:nvSpPr>
        <p:spPr>
          <a:xfrm>
            <a:off x="11791800" y="2666880"/>
            <a:ext cx="114120" cy="1600200"/>
          </a:xfrm>
          <a:prstGeom prst="line">
            <a:avLst/>
          </a:prstGeom>
          <a:ln w="20003">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17" name=""/>
          <p:cNvSpPr/>
          <p:nvPr/>
        </p:nvSpPr>
        <p:spPr>
          <a:xfrm>
            <a:off x="11849040" y="4210200"/>
            <a:ext cx="114120" cy="114120"/>
          </a:xfrm>
          <a:prstGeom prst="ellipse">
            <a:avLst/>
          </a:prstGeom>
          <a:solidFill>
            <a:srgbClr val="0B867B"/>
          </a:solidFill>
          <a:ln w="22860">
            <a:solidFill>
              <a:srgbClr val="0B867B"/>
            </a:solidFill>
            <a:round/>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218" name=""/>
          <p:cNvSpPr/>
          <p:nvPr/>
        </p:nvSpPr>
        <p:spPr>
          <a:xfrm>
            <a:off x="9786960" y="4233960"/>
            <a:ext cx="66240" cy="66240"/>
          </a:xfrm>
          <a:prstGeom prst="ellipse">
            <a:avLst/>
          </a:prstGeom>
          <a:solidFill>
            <a:srgbClr val="15263D"/>
          </a:solidFill>
          <a:ln w="22860">
            <a:solidFill>
              <a:srgbClr val="15263D"/>
            </a:solidFill>
            <a:round/>
          </a:ln>
        </p:spPr>
        <p:style>
          <a:lnRef idx="0"/>
          <a:fillRef idx="0"/>
          <a:effectRef idx="0"/>
          <a:fontRef idx="minor"/>
        </p:style>
        <p:txBody>
          <a:bodyPr lIns="90000" tIns="1800" rIns="90000" bIns="1800" anchor="t">
            <a:noAutofit/>
          </a:bodyPr>
          <a:p>
            <a:pPr/>
            <a:endParaRPr lang="en-US" sz="1800" b="0" u="none" strike="noStrike">
              <a:solidFill>
                <a:srgbClr val="FFFFFF"/>
              </a:solidFill>
              <a:effectLst/>
              <a:uFillTx/>
              <a:latin typeface="Arial"/>
            </a:endParaRPr>
          </a:p>
        </p:txBody>
      </p:sp>
      <p:sp>
        <p:nvSpPr>
          <p:cNvPr id="219" name=""/>
          <p:cNvSpPr/>
          <p:nvPr/>
        </p:nvSpPr>
        <p:spPr>
          <a:xfrm>
            <a:off x="10009800" y="26308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20" name=""/>
          <p:cNvSpPr/>
          <p:nvPr/>
        </p:nvSpPr>
        <p:spPr>
          <a:xfrm>
            <a:off x="10214280" y="26308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21" name=""/>
          <p:cNvSpPr/>
          <p:nvPr/>
        </p:nvSpPr>
        <p:spPr>
          <a:xfrm>
            <a:off x="10548360" y="26308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22" name=""/>
          <p:cNvSpPr/>
          <p:nvPr/>
        </p:nvSpPr>
        <p:spPr>
          <a:xfrm>
            <a:off x="10901520" y="26308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23" name=""/>
          <p:cNvSpPr/>
          <p:nvPr/>
        </p:nvSpPr>
        <p:spPr>
          <a:xfrm>
            <a:off x="11124360" y="26308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24" name=""/>
          <p:cNvSpPr/>
          <p:nvPr/>
        </p:nvSpPr>
        <p:spPr>
          <a:xfrm>
            <a:off x="11421360" y="26308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25" name=""/>
          <p:cNvSpPr/>
          <p:nvPr/>
        </p:nvSpPr>
        <p:spPr>
          <a:xfrm>
            <a:off x="11511360" y="25909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226" name=""/>
          <p:cNvSpPr/>
          <p:nvPr/>
        </p:nvSpPr>
        <p:spPr>
          <a:xfrm>
            <a:off x="11549520" y="2666880"/>
            <a:ext cx="2844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227" name=""/>
          <p:cNvSpPr/>
          <p:nvPr/>
        </p:nvSpPr>
        <p:spPr>
          <a:xfrm flipV="1">
            <a:off x="11577960" y="2638080"/>
            <a:ext cx="4752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228" name=""/>
          <p:cNvSpPr/>
          <p:nvPr/>
        </p:nvSpPr>
        <p:spPr>
          <a:xfrm flipV="1">
            <a:off x="10305720" y="2438280"/>
            <a:ext cx="114480" cy="1828800"/>
          </a:xfrm>
          <a:prstGeom prst="line">
            <a:avLst/>
          </a:prstGeom>
          <a:ln w="20003">
            <a:solidFill>
              <a:srgbClr val="0B867B"/>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29" name=""/>
          <p:cNvSpPr/>
          <p:nvPr/>
        </p:nvSpPr>
        <p:spPr>
          <a:xfrm>
            <a:off x="10420200" y="2438280"/>
            <a:ext cx="3276720" cy="360"/>
          </a:xfrm>
          <a:prstGeom prst="line">
            <a:avLst/>
          </a:prstGeom>
          <a:ln w="20003">
            <a:solidFill>
              <a:srgbClr val="0B867B"/>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230" name=""/>
          <p:cNvSpPr/>
          <p:nvPr/>
        </p:nvSpPr>
        <p:spPr>
          <a:xfrm>
            <a:off x="13696920" y="2438280"/>
            <a:ext cx="114120" cy="1828800"/>
          </a:xfrm>
          <a:prstGeom prst="line">
            <a:avLst/>
          </a:prstGeom>
          <a:ln w="20003">
            <a:solidFill>
              <a:srgbClr val="0B867B"/>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31" name=""/>
          <p:cNvSpPr/>
          <p:nvPr/>
        </p:nvSpPr>
        <p:spPr>
          <a:xfrm>
            <a:off x="13754160" y="4210200"/>
            <a:ext cx="114120" cy="114120"/>
          </a:xfrm>
          <a:prstGeom prst="ellipse">
            <a:avLst/>
          </a:prstGeom>
          <a:solidFill>
            <a:srgbClr val="0B867B"/>
          </a:solidFill>
          <a:ln w="22860">
            <a:solidFill>
              <a:srgbClr val="0B867B"/>
            </a:solidFill>
            <a:round/>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232" name=""/>
          <p:cNvSpPr/>
          <p:nvPr/>
        </p:nvSpPr>
        <p:spPr>
          <a:xfrm>
            <a:off x="10272600" y="4233960"/>
            <a:ext cx="66240" cy="66240"/>
          </a:xfrm>
          <a:prstGeom prst="ellipse">
            <a:avLst/>
          </a:prstGeom>
          <a:solidFill>
            <a:srgbClr val="15263D"/>
          </a:solidFill>
          <a:ln w="22860">
            <a:solidFill>
              <a:srgbClr val="15263D"/>
            </a:solidFill>
            <a:round/>
          </a:ln>
        </p:spPr>
        <p:style>
          <a:lnRef idx="0"/>
          <a:fillRef idx="0"/>
          <a:effectRef idx="0"/>
          <a:fontRef idx="minor"/>
        </p:style>
        <p:txBody>
          <a:bodyPr lIns="90000" tIns="1800" rIns="90000" bIns="1800" anchor="t">
            <a:noAutofit/>
          </a:bodyPr>
          <a:p>
            <a:pPr/>
            <a:endParaRPr lang="en-US" sz="1800" b="0" u="none" strike="noStrike">
              <a:solidFill>
                <a:srgbClr val="FFFFFF"/>
              </a:solidFill>
              <a:effectLst/>
              <a:uFillTx/>
              <a:latin typeface="Arial"/>
            </a:endParaRPr>
          </a:p>
        </p:txBody>
      </p:sp>
      <p:sp>
        <p:nvSpPr>
          <p:cNvPr id="233" name=""/>
          <p:cNvSpPr/>
          <p:nvPr/>
        </p:nvSpPr>
        <p:spPr>
          <a:xfrm>
            <a:off x="10515240" y="2402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34" name=""/>
          <p:cNvSpPr/>
          <p:nvPr/>
        </p:nvSpPr>
        <p:spPr>
          <a:xfrm>
            <a:off x="10875600" y="2402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35" name=""/>
          <p:cNvSpPr/>
          <p:nvPr/>
        </p:nvSpPr>
        <p:spPr>
          <a:xfrm>
            <a:off x="11235960" y="2402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36" name=""/>
          <p:cNvSpPr/>
          <p:nvPr/>
        </p:nvSpPr>
        <p:spPr>
          <a:xfrm>
            <a:off x="11793240" y="2402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37" name=""/>
          <p:cNvSpPr/>
          <p:nvPr/>
        </p:nvSpPr>
        <p:spPr>
          <a:xfrm>
            <a:off x="12219120" y="2402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38" name=""/>
          <p:cNvSpPr/>
          <p:nvPr/>
        </p:nvSpPr>
        <p:spPr>
          <a:xfrm>
            <a:off x="12677760" y="2402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39" name=""/>
          <p:cNvSpPr/>
          <p:nvPr/>
        </p:nvSpPr>
        <p:spPr>
          <a:xfrm>
            <a:off x="13234680" y="2402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40" name=""/>
          <p:cNvSpPr/>
          <p:nvPr/>
        </p:nvSpPr>
        <p:spPr>
          <a:xfrm>
            <a:off x="13260240" y="23623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241" name=""/>
          <p:cNvSpPr/>
          <p:nvPr/>
        </p:nvSpPr>
        <p:spPr>
          <a:xfrm>
            <a:off x="13298400" y="2438280"/>
            <a:ext cx="2844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242" name=""/>
          <p:cNvSpPr/>
          <p:nvPr/>
        </p:nvSpPr>
        <p:spPr>
          <a:xfrm flipV="1">
            <a:off x="13326840" y="2409480"/>
            <a:ext cx="4752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243" name=""/>
          <p:cNvSpPr/>
          <p:nvPr/>
        </p:nvSpPr>
        <p:spPr>
          <a:xfrm flipV="1">
            <a:off x="10458360" y="4038480"/>
            <a:ext cx="114120" cy="228600"/>
          </a:xfrm>
          <a:prstGeom prst="line">
            <a:avLst/>
          </a:prstGeom>
          <a:ln w="20003">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44" name=""/>
          <p:cNvSpPr/>
          <p:nvPr/>
        </p:nvSpPr>
        <p:spPr>
          <a:xfrm>
            <a:off x="10572480" y="4038480"/>
            <a:ext cx="1771920" cy="360"/>
          </a:xfrm>
          <a:prstGeom prst="line">
            <a:avLst/>
          </a:prstGeom>
          <a:ln w="20003">
            <a:solidFill>
              <a:srgbClr val="2875B9"/>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245" name=""/>
          <p:cNvSpPr/>
          <p:nvPr/>
        </p:nvSpPr>
        <p:spPr>
          <a:xfrm>
            <a:off x="12344400" y="4038480"/>
            <a:ext cx="114120" cy="228600"/>
          </a:xfrm>
          <a:prstGeom prst="line">
            <a:avLst/>
          </a:prstGeom>
          <a:ln w="20003">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46" name=""/>
          <p:cNvSpPr/>
          <p:nvPr/>
        </p:nvSpPr>
        <p:spPr>
          <a:xfrm>
            <a:off x="12401640" y="4210200"/>
            <a:ext cx="114120" cy="114120"/>
          </a:xfrm>
          <a:prstGeom prst="ellipse">
            <a:avLst/>
          </a:prstGeom>
          <a:solidFill>
            <a:srgbClr val="0B867B"/>
          </a:solidFill>
          <a:ln w="22860">
            <a:solidFill>
              <a:srgbClr val="0B867B"/>
            </a:solidFill>
            <a:round/>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247" name=""/>
          <p:cNvSpPr/>
          <p:nvPr/>
        </p:nvSpPr>
        <p:spPr>
          <a:xfrm>
            <a:off x="10425240" y="4233960"/>
            <a:ext cx="66240" cy="66240"/>
          </a:xfrm>
          <a:prstGeom prst="ellipse">
            <a:avLst/>
          </a:prstGeom>
          <a:solidFill>
            <a:srgbClr val="15263D"/>
          </a:solidFill>
          <a:ln w="22860">
            <a:solidFill>
              <a:srgbClr val="15263D"/>
            </a:solidFill>
            <a:round/>
          </a:ln>
        </p:spPr>
        <p:style>
          <a:lnRef idx="0"/>
          <a:fillRef idx="0"/>
          <a:effectRef idx="0"/>
          <a:fontRef idx="minor"/>
        </p:style>
        <p:txBody>
          <a:bodyPr lIns="90000" tIns="1800" rIns="90000" bIns="1800" anchor="t">
            <a:noAutofit/>
          </a:bodyPr>
          <a:p>
            <a:pPr/>
            <a:endParaRPr lang="en-US" sz="1800" b="0" u="none" strike="noStrike">
              <a:solidFill>
                <a:srgbClr val="FFFFFF"/>
              </a:solidFill>
              <a:effectLst/>
              <a:uFillTx/>
              <a:latin typeface="Arial"/>
            </a:endParaRPr>
          </a:p>
        </p:txBody>
      </p:sp>
      <p:sp>
        <p:nvSpPr>
          <p:cNvPr id="248" name=""/>
          <p:cNvSpPr/>
          <p:nvPr/>
        </p:nvSpPr>
        <p:spPr>
          <a:xfrm>
            <a:off x="10660680" y="40024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49" name=""/>
          <p:cNvSpPr/>
          <p:nvPr/>
        </p:nvSpPr>
        <p:spPr>
          <a:xfrm>
            <a:off x="10944000" y="40024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50" name=""/>
          <p:cNvSpPr/>
          <p:nvPr/>
        </p:nvSpPr>
        <p:spPr>
          <a:xfrm>
            <a:off x="11280600" y="40024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51" name=""/>
          <p:cNvSpPr/>
          <p:nvPr/>
        </p:nvSpPr>
        <p:spPr>
          <a:xfrm>
            <a:off x="11599560" y="40024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52" name=""/>
          <p:cNvSpPr/>
          <p:nvPr/>
        </p:nvSpPr>
        <p:spPr>
          <a:xfrm>
            <a:off x="11918520" y="40024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53" name=""/>
          <p:cNvSpPr/>
          <p:nvPr/>
        </p:nvSpPr>
        <p:spPr>
          <a:xfrm>
            <a:off x="12073320" y="39625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254" name=""/>
          <p:cNvSpPr/>
          <p:nvPr/>
        </p:nvSpPr>
        <p:spPr>
          <a:xfrm>
            <a:off x="12111120" y="4038480"/>
            <a:ext cx="2880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255" name=""/>
          <p:cNvSpPr/>
          <p:nvPr/>
        </p:nvSpPr>
        <p:spPr>
          <a:xfrm flipV="1">
            <a:off x="12139920" y="4009680"/>
            <a:ext cx="4752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256" name=""/>
          <p:cNvSpPr/>
          <p:nvPr/>
        </p:nvSpPr>
        <p:spPr>
          <a:xfrm flipV="1">
            <a:off x="10982160" y="3581280"/>
            <a:ext cx="114120" cy="685800"/>
          </a:xfrm>
          <a:prstGeom prst="line">
            <a:avLst/>
          </a:prstGeom>
          <a:ln w="20003">
            <a:solidFill>
              <a:srgbClr val="0B867B"/>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57" name=""/>
          <p:cNvSpPr/>
          <p:nvPr/>
        </p:nvSpPr>
        <p:spPr>
          <a:xfrm>
            <a:off x="11096280" y="3581280"/>
            <a:ext cx="1886040" cy="360"/>
          </a:xfrm>
          <a:prstGeom prst="line">
            <a:avLst/>
          </a:prstGeom>
          <a:ln w="20003">
            <a:solidFill>
              <a:srgbClr val="0B867B"/>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258" name=""/>
          <p:cNvSpPr/>
          <p:nvPr/>
        </p:nvSpPr>
        <p:spPr>
          <a:xfrm>
            <a:off x="12982320" y="3581280"/>
            <a:ext cx="114480" cy="685800"/>
          </a:xfrm>
          <a:prstGeom prst="line">
            <a:avLst/>
          </a:prstGeom>
          <a:ln w="20003">
            <a:solidFill>
              <a:srgbClr val="0B867B"/>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59" name=""/>
          <p:cNvSpPr/>
          <p:nvPr/>
        </p:nvSpPr>
        <p:spPr>
          <a:xfrm>
            <a:off x="13039560" y="4210200"/>
            <a:ext cx="114120" cy="114120"/>
          </a:xfrm>
          <a:prstGeom prst="ellipse">
            <a:avLst/>
          </a:prstGeom>
          <a:solidFill>
            <a:srgbClr val="0B867B"/>
          </a:solidFill>
          <a:ln w="22860">
            <a:solidFill>
              <a:srgbClr val="0B867B"/>
            </a:solidFill>
            <a:round/>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260" name=""/>
          <p:cNvSpPr/>
          <p:nvPr/>
        </p:nvSpPr>
        <p:spPr>
          <a:xfrm>
            <a:off x="10949040" y="4233960"/>
            <a:ext cx="66240" cy="66240"/>
          </a:xfrm>
          <a:prstGeom prst="ellipse">
            <a:avLst/>
          </a:prstGeom>
          <a:solidFill>
            <a:srgbClr val="15263D"/>
          </a:solidFill>
          <a:ln w="22860">
            <a:solidFill>
              <a:srgbClr val="15263D"/>
            </a:solidFill>
            <a:round/>
          </a:ln>
        </p:spPr>
        <p:style>
          <a:lnRef idx="0"/>
          <a:fillRef idx="0"/>
          <a:effectRef idx="0"/>
          <a:fontRef idx="minor"/>
        </p:style>
        <p:txBody>
          <a:bodyPr lIns="90000" tIns="1800" rIns="90000" bIns="1800" anchor="t">
            <a:noAutofit/>
          </a:bodyPr>
          <a:p>
            <a:pPr/>
            <a:endParaRPr lang="en-US" sz="1800" b="0" u="none" strike="noStrike">
              <a:solidFill>
                <a:srgbClr val="FFFFFF"/>
              </a:solidFill>
              <a:effectLst/>
              <a:uFillTx/>
              <a:latin typeface="Arial"/>
            </a:endParaRPr>
          </a:p>
        </p:txBody>
      </p:sp>
      <p:sp>
        <p:nvSpPr>
          <p:cNvPr id="261" name=""/>
          <p:cNvSpPr/>
          <p:nvPr/>
        </p:nvSpPr>
        <p:spPr>
          <a:xfrm>
            <a:off x="11192400" y="3545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62" name=""/>
          <p:cNvSpPr/>
          <p:nvPr/>
        </p:nvSpPr>
        <p:spPr>
          <a:xfrm>
            <a:off x="11381040" y="3545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63" name=""/>
          <p:cNvSpPr/>
          <p:nvPr/>
        </p:nvSpPr>
        <p:spPr>
          <a:xfrm>
            <a:off x="11607480" y="3545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64" name=""/>
          <p:cNvSpPr/>
          <p:nvPr/>
        </p:nvSpPr>
        <p:spPr>
          <a:xfrm>
            <a:off x="11946960" y="3545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65" name=""/>
          <p:cNvSpPr/>
          <p:nvPr/>
        </p:nvSpPr>
        <p:spPr>
          <a:xfrm>
            <a:off x="12361680" y="3545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66" name=""/>
          <p:cNvSpPr/>
          <p:nvPr/>
        </p:nvSpPr>
        <p:spPr>
          <a:xfrm>
            <a:off x="12569040" y="35452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67" name=""/>
          <p:cNvSpPr/>
          <p:nvPr/>
        </p:nvSpPr>
        <p:spPr>
          <a:xfrm>
            <a:off x="12699000" y="35053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268" name=""/>
          <p:cNvSpPr/>
          <p:nvPr/>
        </p:nvSpPr>
        <p:spPr>
          <a:xfrm>
            <a:off x="12736800" y="3581280"/>
            <a:ext cx="2844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269" name=""/>
          <p:cNvSpPr/>
          <p:nvPr/>
        </p:nvSpPr>
        <p:spPr>
          <a:xfrm flipV="1">
            <a:off x="12765240" y="3552480"/>
            <a:ext cx="4788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270" name=""/>
          <p:cNvSpPr/>
          <p:nvPr/>
        </p:nvSpPr>
        <p:spPr>
          <a:xfrm flipV="1">
            <a:off x="11430000" y="3809880"/>
            <a:ext cx="114120" cy="457200"/>
          </a:xfrm>
          <a:prstGeom prst="line">
            <a:avLst/>
          </a:prstGeom>
          <a:ln w="20003">
            <a:solidFill>
              <a:srgbClr val="A078D3"/>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71" name=""/>
          <p:cNvSpPr/>
          <p:nvPr/>
        </p:nvSpPr>
        <p:spPr>
          <a:xfrm>
            <a:off x="11544120" y="3809880"/>
            <a:ext cx="1962000" cy="360"/>
          </a:xfrm>
          <a:prstGeom prst="line">
            <a:avLst/>
          </a:prstGeom>
          <a:ln w="20003">
            <a:solidFill>
              <a:srgbClr val="A078D3"/>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272" name=""/>
          <p:cNvSpPr/>
          <p:nvPr/>
        </p:nvSpPr>
        <p:spPr>
          <a:xfrm>
            <a:off x="13506120" y="3809880"/>
            <a:ext cx="114480" cy="457200"/>
          </a:xfrm>
          <a:prstGeom prst="line">
            <a:avLst/>
          </a:prstGeom>
          <a:ln w="20003">
            <a:solidFill>
              <a:srgbClr val="A078D3"/>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73" name=""/>
          <p:cNvSpPr/>
          <p:nvPr/>
        </p:nvSpPr>
        <p:spPr>
          <a:xfrm>
            <a:off x="13563720" y="4210200"/>
            <a:ext cx="114120" cy="114120"/>
          </a:xfrm>
          <a:prstGeom prst="ellipse">
            <a:avLst/>
          </a:prstGeom>
          <a:solidFill>
            <a:srgbClr val="0B867B"/>
          </a:solidFill>
          <a:ln w="22860">
            <a:solidFill>
              <a:srgbClr val="0B867B"/>
            </a:solidFill>
            <a:round/>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274" name=""/>
          <p:cNvSpPr/>
          <p:nvPr/>
        </p:nvSpPr>
        <p:spPr>
          <a:xfrm>
            <a:off x="11396520" y="4233960"/>
            <a:ext cx="66240" cy="66240"/>
          </a:xfrm>
          <a:prstGeom prst="ellipse">
            <a:avLst/>
          </a:prstGeom>
          <a:solidFill>
            <a:srgbClr val="15263D"/>
          </a:solidFill>
          <a:ln w="22860">
            <a:solidFill>
              <a:srgbClr val="15263D"/>
            </a:solidFill>
            <a:round/>
          </a:ln>
        </p:spPr>
        <p:style>
          <a:lnRef idx="0"/>
          <a:fillRef idx="0"/>
          <a:effectRef idx="0"/>
          <a:fontRef idx="minor"/>
        </p:style>
        <p:txBody>
          <a:bodyPr lIns="90000" tIns="1800" rIns="90000" bIns="1800" anchor="t">
            <a:noAutofit/>
          </a:bodyPr>
          <a:p>
            <a:pPr/>
            <a:endParaRPr lang="en-US" sz="1800" b="0" u="none" strike="noStrike">
              <a:solidFill>
                <a:srgbClr val="FFFFFF"/>
              </a:solidFill>
              <a:effectLst/>
              <a:uFillTx/>
              <a:latin typeface="Arial"/>
            </a:endParaRPr>
          </a:p>
        </p:txBody>
      </p:sp>
      <p:sp>
        <p:nvSpPr>
          <p:cNvPr id="275" name=""/>
          <p:cNvSpPr/>
          <p:nvPr/>
        </p:nvSpPr>
        <p:spPr>
          <a:xfrm>
            <a:off x="11645280" y="37738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76" name=""/>
          <p:cNvSpPr/>
          <p:nvPr/>
        </p:nvSpPr>
        <p:spPr>
          <a:xfrm>
            <a:off x="11900520" y="37738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77" name=""/>
          <p:cNvSpPr/>
          <p:nvPr/>
        </p:nvSpPr>
        <p:spPr>
          <a:xfrm>
            <a:off x="12253680" y="37738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78" name=""/>
          <p:cNvSpPr/>
          <p:nvPr/>
        </p:nvSpPr>
        <p:spPr>
          <a:xfrm>
            <a:off x="12606840" y="37738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79" name=""/>
          <p:cNvSpPr/>
          <p:nvPr/>
        </p:nvSpPr>
        <p:spPr>
          <a:xfrm>
            <a:off x="12920760" y="37738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80" name=""/>
          <p:cNvSpPr/>
          <p:nvPr/>
        </p:nvSpPr>
        <p:spPr>
          <a:xfrm>
            <a:off x="13214520" y="37339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281" name=""/>
          <p:cNvSpPr/>
          <p:nvPr/>
        </p:nvSpPr>
        <p:spPr>
          <a:xfrm>
            <a:off x="13252320" y="3809880"/>
            <a:ext cx="2844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282" name=""/>
          <p:cNvSpPr/>
          <p:nvPr/>
        </p:nvSpPr>
        <p:spPr>
          <a:xfrm flipV="1">
            <a:off x="13280760" y="3781080"/>
            <a:ext cx="4788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283" name=""/>
          <p:cNvSpPr/>
          <p:nvPr/>
        </p:nvSpPr>
        <p:spPr>
          <a:xfrm flipV="1">
            <a:off x="11963160" y="3352680"/>
            <a:ext cx="114480" cy="914400"/>
          </a:xfrm>
          <a:prstGeom prst="line">
            <a:avLst/>
          </a:prstGeom>
          <a:ln w="20003">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84" name=""/>
          <p:cNvSpPr/>
          <p:nvPr/>
        </p:nvSpPr>
        <p:spPr>
          <a:xfrm>
            <a:off x="12077640" y="3352680"/>
            <a:ext cx="2000160" cy="360"/>
          </a:xfrm>
          <a:prstGeom prst="line">
            <a:avLst/>
          </a:prstGeom>
          <a:ln w="20003">
            <a:solidFill>
              <a:srgbClr val="2875B9"/>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285" name=""/>
          <p:cNvSpPr/>
          <p:nvPr/>
        </p:nvSpPr>
        <p:spPr>
          <a:xfrm>
            <a:off x="14077800" y="3352680"/>
            <a:ext cx="114120" cy="914400"/>
          </a:xfrm>
          <a:prstGeom prst="line">
            <a:avLst/>
          </a:prstGeom>
          <a:ln w="20003">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86" name=""/>
          <p:cNvSpPr/>
          <p:nvPr/>
        </p:nvSpPr>
        <p:spPr>
          <a:xfrm>
            <a:off x="14135040" y="4210200"/>
            <a:ext cx="114120" cy="114120"/>
          </a:xfrm>
          <a:prstGeom prst="ellipse">
            <a:avLst/>
          </a:prstGeom>
          <a:solidFill>
            <a:srgbClr val="0B867B"/>
          </a:solidFill>
          <a:ln w="22860">
            <a:solidFill>
              <a:srgbClr val="0B867B"/>
            </a:solidFill>
            <a:round/>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287" name=""/>
          <p:cNvSpPr/>
          <p:nvPr/>
        </p:nvSpPr>
        <p:spPr>
          <a:xfrm>
            <a:off x="11930040" y="4233960"/>
            <a:ext cx="66240" cy="66240"/>
          </a:xfrm>
          <a:prstGeom prst="ellipse">
            <a:avLst/>
          </a:prstGeom>
          <a:solidFill>
            <a:srgbClr val="15263D"/>
          </a:solidFill>
          <a:ln w="22860">
            <a:solidFill>
              <a:srgbClr val="15263D"/>
            </a:solidFill>
            <a:round/>
          </a:ln>
        </p:spPr>
        <p:style>
          <a:lnRef idx="0"/>
          <a:fillRef idx="0"/>
          <a:effectRef idx="0"/>
          <a:fontRef idx="minor"/>
        </p:style>
        <p:txBody>
          <a:bodyPr lIns="90000" tIns="1800" rIns="90000" bIns="1800" anchor="t">
            <a:noAutofit/>
          </a:bodyPr>
          <a:p>
            <a:pPr/>
            <a:endParaRPr lang="en-US" sz="1800" b="0" u="none" strike="noStrike">
              <a:solidFill>
                <a:srgbClr val="FFFFFF"/>
              </a:solidFill>
              <a:effectLst/>
              <a:uFillTx/>
              <a:latin typeface="Arial"/>
            </a:endParaRPr>
          </a:p>
        </p:txBody>
      </p:sp>
      <p:sp>
        <p:nvSpPr>
          <p:cNvPr id="288" name=""/>
          <p:cNvSpPr/>
          <p:nvPr/>
        </p:nvSpPr>
        <p:spPr>
          <a:xfrm>
            <a:off x="12221640" y="33166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89" name=""/>
          <p:cNvSpPr/>
          <p:nvPr/>
        </p:nvSpPr>
        <p:spPr>
          <a:xfrm>
            <a:off x="12481560" y="33166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90" name=""/>
          <p:cNvSpPr/>
          <p:nvPr/>
        </p:nvSpPr>
        <p:spPr>
          <a:xfrm>
            <a:off x="12781440" y="33166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91" name=""/>
          <p:cNvSpPr/>
          <p:nvPr/>
        </p:nvSpPr>
        <p:spPr>
          <a:xfrm>
            <a:off x="13101480" y="33166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92" name=""/>
          <p:cNvSpPr/>
          <p:nvPr/>
        </p:nvSpPr>
        <p:spPr>
          <a:xfrm>
            <a:off x="13561560" y="33166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293" name=""/>
          <p:cNvSpPr/>
          <p:nvPr/>
        </p:nvSpPr>
        <p:spPr>
          <a:xfrm>
            <a:off x="13781880" y="32767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294" name=""/>
          <p:cNvSpPr/>
          <p:nvPr/>
        </p:nvSpPr>
        <p:spPr>
          <a:xfrm>
            <a:off x="13819680" y="3352680"/>
            <a:ext cx="2844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295" name=""/>
          <p:cNvSpPr/>
          <p:nvPr/>
        </p:nvSpPr>
        <p:spPr>
          <a:xfrm flipV="1">
            <a:off x="13848120" y="3323880"/>
            <a:ext cx="4788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296" name=""/>
          <p:cNvSpPr/>
          <p:nvPr/>
        </p:nvSpPr>
        <p:spPr>
          <a:xfrm flipV="1">
            <a:off x="13115880" y="2895480"/>
            <a:ext cx="114120" cy="1371600"/>
          </a:xfrm>
          <a:prstGeom prst="line">
            <a:avLst/>
          </a:prstGeom>
          <a:ln w="20003">
            <a:solidFill>
              <a:srgbClr val="A078D3"/>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97" name=""/>
          <p:cNvSpPr/>
          <p:nvPr/>
        </p:nvSpPr>
        <p:spPr>
          <a:xfrm>
            <a:off x="13230000" y="2895480"/>
            <a:ext cx="1114560" cy="360"/>
          </a:xfrm>
          <a:prstGeom prst="line">
            <a:avLst/>
          </a:prstGeom>
          <a:ln w="20003">
            <a:solidFill>
              <a:srgbClr val="A078D3"/>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298" name=""/>
          <p:cNvSpPr/>
          <p:nvPr/>
        </p:nvSpPr>
        <p:spPr>
          <a:xfrm>
            <a:off x="14344560" y="2895480"/>
            <a:ext cx="114120" cy="360"/>
          </a:xfrm>
          <a:prstGeom prst="line">
            <a:avLst/>
          </a:prstGeom>
          <a:ln w="20003">
            <a:solidFill>
              <a:srgbClr val="A078D3"/>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299" name=""/>
          <p:cNvSpPr/>
          <p:nvPr/>
        </p:nvSpPr>
        <p:spPr>
          <a:xfrm>
            <a:off x="14411160" y="2847960"/>
            <a:ext cx="95040" cy="95040"/>
          </a:xfrm>
          <a:prstGeom prst="ellipse">
            <a:avLst/>
          </a:prstGeom>
          <a:solidFill>
            <a:srgbClr val="F7F9FC"/>
          </a:solidFill>
          <a:ln w="22860">
            <a:solidFill>
              <a:srgbClr val="A078D3"/>
            </a:solidFill>
            <a:round/>
          </a:ln>
        </p:spPr>
        <p:style>
          <a:lnRef idx="0"/>
          <a:fillRef idx="0"/>
          <a:effectRef idx="0"/>
          <a:fontRef idx="minor"/>
        </p:style>
        <p:txBody>
          <a:bodyPr lIns="90000" tIns="22680" rIns="90000" bIns="22680" anchor="t">
            <a:noAutofit/>
          </a:bodyPr>
          <a:p>
            <a:pPr/>
            <a:endParaRPr lang="en-US" sz="1800" b="0" u="none" strike="noStrike">
              <a:solidFill>
                <a:srgbClr val="000000"/>
              </a:solidFill>
              <a:effectLst/>
              <a:uFillTx/>
              <a:latin typeface="Arial"/>
            </a:endParaRPr>
          </a:p>
        </p:txBody>
      </p:sp>
      <p:sp>
        <p:nvSpPr>
          <p:cNvPr id="300" name=""/>
          <p:cNvSpPr/>
          <p:nvPr/>
        </p:nvSpPr>
        <p:spPr>
          <a:xfrm>
            <a:off x="13082760" y="4233960"/>
            <a:ext cx="66240" cy="66240"/>
          </a:xfrm>
          <a:prstGeom prst="ellipse">
            <a:avLst/>
          </a:prstGeom>
          <a:solidFill>
            <a:srgbClr val="15263D"/>
          </a:solidFill>
          <a:ln w="22860">
            <a:solidFill>
              <a:srgbClr val="15263D"/>
            </a:solidFill>
            <a:round/>
          </a:ln>
        </p:spPr>
        <p:style>
          <a:lnRef idx="0"/>
          <a:fillRef idx="0"/>
          <a:effectRef idx="0"/>
          <a:fontRef idx="minor"/>
        </p:style>
        <p:txBody>
          <a:bodyPr lIns="90000" tIns="1800" rIns="90000" bIns="1800" anchor="t">
            <a:noAutofit/>
          </a:bodyPr>
          <a:p>
            <a:pPr/>
            <a:endParaRPr lang="en-US" sz="1800" b="0" u="none" strike="noStrike">
              <a:solidFill>
                <a:srgbClr val="FFFFFF"/>
              </a:solidFill>
              <a:effectLst/>
              <a:uFillTx/>
              <a:latin typeface="Arial"/>
            </a:endParaRPr>
          </a:p>
        </p:txBody>
      </p:sp>
      <p:sp>
        <p:nvSpPr>
          <p:cNvPr id="301" name=""/>
          <p:cNvSpPr/>
          <p:nvPr/>
        </p:nvSpPr>
        <p:spPr>
          <a:xfrm>
            <a:off x="13249800" y="28594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02" name=""/>
          <p:cNvSpPr/>
          <p:nvPr/>
        </p:nvSpPr>
        <p:spPr>
          <a:xfrm>
            <a:off x="13394520" y="28594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03" name=""/>
          <p:cNvSpPr/>
          <p:nvPr/>
        </p:nvSpPr>
        <p:spPr>
          <a:xfrm>
            <a:off x="13573080" y="28594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04" name=""/>
          <p:cNvSpPr/>
          <p:nvPr/>
        </p:nvSpPr>
        <p:spPr>
          <a:xfrm>
            <a:off x="13784760" y="28594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05" name=""/>
          <p:cNvSpPr/>
          <p:nvPr/>
        </p:nvSpPr>
        <p:spPr>
          <a:xfrm>
            <a:off x="14063400" y="28594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06" name=""/>
          <p:cNvSpPr/>
          <p:nvPr/>
        </p:nvSpPr>
        <p:spPr>
          <a:xfrm flipV="1">
            <a:off x="13858560" y="4038480"/>
            <a:ext cx="114480" cy="228600"/>
          </a:xfrm>
          <a:prstGeom prst="line">
            <a:avLst/>
          </a:prstGeom>
          <a:ln w="20003">
            <a:solidFill>
              <a:srgbClr val="0B867B"/>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307" name=""/>
          <p:cNvSpPr/>
          <p:nvPr/>
        </p:nvSpPr>
        <p:spPr>
          <a:xfrm>
            <a:off x="13973040" y="4038480"/>
            <a:ext cx="371520" cy="360"/>
          </a:xfrm>
          <a:prstGeom prst="line">
            <a:avLst/>
          </a:prstGeom>
          <a:ln w="20003">
            <a:solidFill>
              <a:srgbClr val="0B867B"/>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08" name=""/>
          <p:cNvSpPr/>
          <p:nvPr/>
        </p:nvSpPr>
        <p:spPr>
          <a:xfrm>
            <a:off x="14344560" y="4038480"/>
            <a:ext cx="114120" cy="360"/>
          </a:xfrm>
          <a:prstGeom prst="line">
            <a:avLst/>
          </a:prstGeom>
          <a:ln w="20003">
            <a:solidFill>
              <a:srgbClr val="0B867B"/>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09" name=""/>
          <p:cNvSpPr/>
          <p:nvPr/>
        </p:nvSpPr>
        <p:spPr>
          <a:xfrm>
            <a:off x="14411160" y="3990960"/>
            <a:ext cx="95040" cy="95040"/>
          </a:xfrm>
          <a:prstGeom prst="ellipse">
            <a:avLst/>
          </a:prstGeom>
          <a:solidFill>
            <a:srgbClr val="F7F9FC"/>
          </a:solidFill>
          <a:ln w="22860">
            <a:solidFill>
              <a:srgbClr val="0B867B"/>
            </a:solidFill>
            <a:round/>
          </a:ln>
        </p:spPr>
        <p:style>
          <a:lnRef idx="0"/>
          <a:fillRef idx="0"/>
          <a:effectRef idx="0"/>
          <a:fontRef idx="minor"/>
        </p:style>
        <p:txBody>
          <a:bodyPr lIns="90000" tIns="22680" rIns="90000" bIns="22680" anchor="t">
            <a:noAutofit/>
          </a:bodyPr>
          <a:p>
            <a:pPr/>
            <a:endParaRPr lang="en-US" sz="1800" b="0" u="none" strike="noStrike">
              <a:solidFill>
                <a:srgbClr val="000000"/>
              </a:solidFill>
              <a:effectLst/>
              <a:uFillTx/>
              <a:latin typeface="Arial"/>
            </a:endParaRPr>
          </a:p>
        </p:txBody>
      </p:sp>
      <p:sp>
        <p:nvSpPr>
          <p:cNvPr id="310" name=""/>
          <p:cNvSpPr/>
          <p:nvPr/>
        </p:nvSpPr>
        <p:spPr>
          <a:xfrm>
            <a:off x="13825440" y="4233960"/>
            <a:ext cx="66240" cy="66240"/>
          </a:xfrm>
          <a:prstGeom prst="ellipse">
            <a:avLst/>
          </a:prstGeom>
          <a:solidFill>
            <a:srgbClr val="15263D"/>
          </a:solidFill>
          <a:ln w="22860">
            <a:solidFill>
              <a:srgbClr val="15263D"/>
            </a:solidFill>
            <a:round/>
          </a:ln>
        </p:spPr>
        <p:style>
          <a:lnRef idx="0"/>
          <a:fillRef idx="0"/>
          <a:effectRef idx="0"/>
          <a:fontRef idx="minor"/>
        </p:style>
        <p:txBody>
          <a:bodyPr lIns="90000" tIns="1800" rIns="90000" bIns="1800" anchor="t">
            <a:noAutofit/>
          </a:bodyPr>
          <a:p>
            <a:pPr/>
            <a:endParaRPr lang="en-US" sz="1800" b="0" u="none" strike="noStrike">
              <a:solidFill>
                <a:srgbClr val="FFFFFF"/>
              </a:solidFill>
              <a:effectLst/>
              <a:uFillTx/>
              <a:latin typeface="Arial"/>
            </a:endParaRPr>
          </a:p>
        </p:txBody>
      </p:sp>
      <p:sp>
        <p:nvSpPr>
          <p:cNvPr id="311" name=""/>
          <p:cNvSpPr/>
          <p:nvPr/>
        </p:nvSpPr>
        <p:spPr>
          <a:xfrm>
            <a:off x="13974120" y="40024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12" name=""/>
          <p:cNvSpPr/>
          <p:nvPr/>
        </p:nvSpPr>
        <p:spPr>
          <a:xfrm>
            <a:off x="14067000" y="40024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13" name=""/>
          <p:cNvSpPr/>
          <p:nvPr/>
        </p:nvSpPr>
        <p:spPr>
          <a:xfrm>
            <a:off x="14174640" y="40024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14" name=""/>
          <p:cNvSpPr/>
          <p:nvPr/>
        </p:nvSpPr>
        <p:spPr>
          <a:xfrm>
            <a:off x="4476600" y="3809880"/>
            <a:ext cx="76320" cy="228600"/>
          </a:xfrm>
          <a:prstGeom prst="line">
            <a:avLst/>
          </a:prstGeom>
          <a:ln w="20003">
            <a:solidFill>
              <a:srgbClr val="A078D3"/>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315" name=""/>
          <p:cNvSpPr/>
          <p:nvPr/>
        </p:nvSpPr>
        <p:spPr>
          <a:xfrm>
            <a:off x="4552920" y="4038480"/>
            <a:ext cx="628560" cy="360"/>
          </a:xfrm>
          <a:prstGeom prst="line">
            <a:avLst/>
          </a:prstGeom>
          <a:ln w="20003">
            <a:solidFill>
              <a:srgbClr val="A078D3"/>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16" name=""/>
          <p:cNvSpPr/>
          <p:nvPr/>
        </p:nvSpPr>
        <p:spPr>
          <a:xfrm flipV="1">
            <a:off x="5181480" y="3809880"/>
            <a:ext cx="76320" cy="228600"/>
          </a:xfrm>
          <a:prstGeom prst="line">
            <a:avLst/>
          </a:prstGeom>
          <a:ln w="20003">
            <a:solidFill>
              <a:srgbClr val="A078D3"/>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317" name=""/>
          <p:cNvSpPr/>
          <p:nvPr/>
        </p:nvSpPr>
        <p:spPr>
          <a:xfrm>
            <a:off x="5219640" y="3772080"/>
            <a:ext cx="75960" cy="75960"/>
          </a:xfrm>
          <a:prstGeom prst="ellipse">
            <a:avLst/>
          </a:prstGeom>
          <a:solidFill>
            <a:srgbClr val="F7F9FC"/>
          </a:solidFill>
          <a:ln w="22860">
            <a:solidFill>
              <a:srgbClr val="A078D3"/>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318" name=""/>
          <p:cNvSpPr/>
          <p:nvPr/>
        </p:nvSpPr>
        <p:spPr>
          <a:xfrm>
            <a:off x="4443480" y="3776760"/>
            <a:ext cx="66240" cy="66240"/>
          </a:xfrm>
          <a:prstGeom prst="ellipse">
            <a:avLst/>
          </a:prstGeom>
          <a:solidFill>
            <a:srgbClr val="F7F9FC"/>
          </a:solidFill>
          <a:ln w="22860">
            <a:solidFill>
              <a:srgbClr val="A078D3"/>
            </a:solidFill>
            <a:round/>
          </a:ln>
        </p:spPr>
        <p:style>
          <a:lnRef idx="0"/>
          <a:fillRef idx="0"/>
          <a:effectRef idx="0"/>
          <a:fontRef idx="minor"/>
        </p:style>
        <p:txBody>
          <a:bodyPr lIns="90000" tIns="1800" rIns="90000" bIns="1800" anchor="t">
            <a:noAutofit/>
          </a:bodyPr>
          <a:p>
            <a:pPr/>
            <a:endParaRPr lang="en-US" sz="1800" b="0" u="none" strike="noStrike">
              <a:solidFill>
                <a:srgbClr val="000000"/>
              </a:solidFill>
              <a:effectLst/>
              <a:uFillTx/>
              <a:latin typeface="Arial"/>
            </a:endParaRPr>
          </a:p>
        </p:txBody>
      </p:sp>
      <p:sp>
        <p:nvSpPr>
          <p:cNvPr id="319" name=""/>
          <p:cNvSpPr/>
          <p:nvPr/>
        </p:nvSpPr>
        <p:spPr>
          <a:xfrm>
            <a:off x="4586040" y="40024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20" name=""/>
          <p:cNvSpPr/>
          <p:nvPr/>
        </p:nvSpPr>
        <p:spPr>
          <a:xfrm>
            <a:off x="4762080" y="40024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21" name=""/>
          <p:cNvSpPr/>
          <p:nvPr/>
        </p:nvSpPr>
        <p:spPr>
          <a:xfrm>
            <a:off x="4944240" y="40024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22" name=""/>
          <p:cNvSpPr/>
          <p:nvPr/>
        </p:nvSpPr>
        <p:spPr>
          <a:xfrm>
            <a:off x="5036400" y="39625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323" name=""/>
          <p:cNvSpPr/>
          <p:nvPr/>
        </p:nvSpPr>
        <p:spPr>
          <a:xfrm>
            <a:off x="5074200" y="4038480"/>
            <a:ext cx="2844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324" name=""/>
          <p:cNvSpPr/>
          <p:nvPr/>
        </p:nvSpPr>
        <p:spPr>
          <a:xfrm flipV="1">
            <a:off x="5102640" y="4009680"/>
            <a:ext cx="4788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325" name=""/>
          <p:cNvSpPr/>
          <p:nvPr/>
        </p:nvSpPr>
        <p:spPr>
          <a:xfrm flipV="1">
            <a:off x="7810200" y="3352680"/>
            <a:ext cx="76320" cy="457200"/>
          </a:xfrm>
          <a:prstGeom prst="line">
            <a:avLst/>
          </a:prstGeom>
          <a:ln w="20003">
            <a:solidFill>
              <a:srgbClr val="A078D3"/>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326" name=""/>
          <p:cNvSpPr/>
          <p:nvPr/>
        </p:nvSpPr>
        <p:spPr>
          <a:xfrm>
            <a:off x="7886520" y="3352680"/>
            <a:ext cx="552600" cy="360"/>
          </a:xfrm>
          <a:prstGeom prst="line">
            <a:avLst/>
          </a:prstGeom>
          <a:ln w="20003">
            <a:solidFill>
              <a:srgbClr val="A078D3"/>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27" name=""/>
          <p:cNvSpPr/>
          <p:nvPr/>
        </p:nvSpPr>
        <p:spPr>
          <a:xfrm>
            <a:off x="8439120" y="3352680"/>
            <a:ext cx="75960" cy="457200"/>
          </a:xfrm>
          <a:prstGeom prst="line">
            <a:avLst/>
          </a:prstGeom>
          <a:ln w="20003">
            <a:solidFill>
              <a:srgbClr val="A078D3"/>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328" name=""/>
          <p:cNvSpPr/>
          <p:nvPr/>
        </p:nvSpPr>
        <p:spPr>
          <a:xfrm>
            <a:off x="8477280" y="3772080"/>
            <a:ext cx="75960" cy="75960"/>
          </a:xfrm>
          <a:prstGeom prst="ellipse">
            <a:avLst/>
          </a:prstGeom>
          <a:solidFill>
            <a:srgbClr val="F7F9FC"/>
          </a:solidFill>
          <a:ln w="22860">
            <a:solidFill>
              <a:srgbClr val="A078D3"/>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329" name=""/>
          <p:cNvSpPr/>
          <p:nvPr/>
        </p:nvSpPr>
        <p:spPr>
          <a:xfrm>
            <a:off x="7777080" y="3776760"/>
            <a:ext cx="66240" cy="66240"/>
          </a:xfrm>
          <a:prstGeom prst="ellipse">
            <a:avLst/>
          </a:prstGeom>
          <a:solidFill>
            <a:srgbClr val="F7F9FC"/>
          </a:solidFill>
          <a:ln w="22860">
            <a:solidFill>
              <a:srgbClr val="A078D3"/>
            </a:solidFill>
            <a:round/>
          </a:ln>
        </p:spPr>
        <p:style>
          <a:lnRef idx="0"/>
          <a:fillRef idx="0"/>
          <a:effectRef idx="0"/>
          <a:fontRef idx="minor"/>
        </p:style>
        <p:txBody>
          <a:bodyPr lIns="90000" tIns="1800" rIns="90000" bIns="1800" anchor="t">
            <a:noAutofit/>
          </a:bodyPr>
          <a:p>
            <a:pPr/>
            <a:endParaRPr lang="en-US" sz="1800" b="0" u="none" strike="noStrike">
              <a:solidFill>
                <a:srgbClr val="000000"/>
              </a:solidFill>
              <a:effectLst/>
              <a:uFillTx/>
              <a:latin typeface="Arial"/>
            </a:endParaRPr>
          </a:p>
        </p:txBody>
      </p:sp>
      <p:sp>
        <p:nvSpPr>
          <p:cNvPr id="330" name=""/>
          <p:cNvSpPr/>
          <p:nvPr/>
        </p:nvSpPr>
        <p:spPr>
          <a:xfrm>
            <a:off x="7933320" y="33166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31" name=""/>
          <p:cNvSpPr/>
          <p:nvPr/>
        </p:nvSpPr>
        <p:spPr>
          <a:xfrm>
            <a:off x="8038440" y="33166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32" name=""/>
          <p:cNvSpPr/>
          <p:nvPr/>
        </p:nvSpPr>
        <p:spPr>
          <a:xfrm>
            <a:off x="8209440" y="33166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33" name=""/>
          <p:cNvSpPr/>
          <p:nvPr/>
        </p:nvSpPr>
        <p:spPr>
          <a:xfrm>
            <a:off x="8302320" y="32767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334" name=""/>
          <p:cNvSpPr/>
          <p:nvPr/>
        </p:nvSpPr>
        <p:spPr>
          <a:xfrm>
            <a:off x="8340120" y="3352680"/>
            <a:ext cx="2844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335" name=""/>
          <p:cNvSpPr/>
          <p:nvPr/>
        </p:nvSpPr>
        <p:spPr>
          <a:xfrm flipV="1">
            <a:off x="8368560" y="3323880"/>
            <a:ext cx="4788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336" name=""/>
          <p:cNvSpPr/>
          <p:nvPr/>
        </p:nvSpPr>
        <p:spPr>
          <a:xfrm>
            <a:off x="9667800" y="3352680"/>
            <a:ext cx="75960" cy="228600"/>
          </a:xfrm>
          <a:prstGeom prst="line">
            <a:avLst/>
          </a:prstGeom>
          <a:ln w="20003">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337" name=""/>
          <p:cNvSpPr/>
          <p:nvPr/>
        </p:nvSpPr>
        <p:spPr>
          <a:xfrm>
            <a:off x="9743760" y="3581280"/>
            <a:ext cx="752760" cy="360"/>
          </a:xfrm>
          <a:prstGeom prst="line">
            <a:avLst/>
          </a:prstGeom>
          <a:ln w="20003">
            <a:solidFill>
              <a:srgbClr val="2875B9"/>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38" name=""/>
          <p:cNvSpPr/>
          <p:nvPr/>
        </p:nvSpPr>
        <p:spPr>
          <a:xfrm flipV="1">
            <a:off x="10496520" y="3352680"/>
            <a:ext cx="75960" cy="228600"/>
          </a:xfrm>
          <a:prstGeom prst="line">
            <a:avLst/>
          </a:prstGeom>
          <a:ln w="20003">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339" name=""/>
          <p:cNvSpPr/>
          <p:nvPr/>
        </p:nvSpPr>
        <p:spPr>
          <a:xfrm>
            <a:off x="10534680" y="3314880"/>
            <a:ext cx="75960" cy="75960"/>
          </a:xfrm>
          <a:prstGeom prst="ellipse">
            <a:avLst/>
          </a:prstGeom>
          <a:solidFill>
            <a:srgbClr val="F7F9FC"/>
          </a:solidFill>
          <a:ln w="22860">
            <a:solidFill>
              <a:srgbClr val="2875B9"/>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340" name=""/>
          <p:cNvSpPr/>
          <p:nvPr/>
        </p:nvSpPr>
        <p:spPr>
          <a:xfrm>
            <a:off x="9634680" y="3319560"/>
            <a:ext cx="66240" cy="66240"/>
          </a:xfrm>
          <a:prstGeom prst="ellipse">
            <a:avLst/>
          </a:prstGeom>
          <a:solidFill>
            <a:srgbClr val="F7F9FC"/>
          </a:solidFill>
          <a:ln w="22860">
            <a:solidFill>
              <a:srgbClr val="2875B9"/>
            </a:solidFill>
            <a:round/>
          </a:ln>
        </p:spPr>
        <p:style>
          <a:lnRef idx="0"/>
          <a:fillRef idx="0"/>
          <a:effectRef idx="0"/>
          <a:fontRef idx="minor"/>
        </p:style>
        <p:txBody>
          <a:bodyPr lIns="90000" tIns="1800" rIns="90000" bIns="1800" anchor="t">
            <a:noAutofit/>
          </a:bodyPr>
          <a:p>
            <a:pPr/>
            <a:endParaRPr lang="en-US" sz="1800" b="0" u="none" strike="noStrike">
              <a:solidFill>
                <a:srgbClr val="000000"/>
              </a:solidFill>
              <a:effectLst/>
              <a:uFillTx/>
              <a:latin typeface="Arial"/>
            </a:endParaRPr>
          </a:p>
        </p:txBody>
      </p:sp>
      <p:sp>
        <p:nvSpPr>
          <p:cNvPr id="341" name=""/>
          <p:cNvSpPr/>
          <p:nvPr/>
        </p:nvSpPr>
        <p:spPr>
          <a:xfrm>
            <a:off x="9775440" y="35452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42" name=""/>
          <p:cNvSpPr/>
          <p:nvPr/>
        </p:nvSpPr>
        <p:spPr>
          <a:xfrm>
            <a:off x="9925920" y="35452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43" name=""/>
          <p:cNvSpPr/>
          <p:nvPr/>
        </p:nvSpPr>
        <p:spPr>
          <a:xfrm>
            <a:off x="10083960" y="35452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44" name=""/>
          <p:cNvSpPr/>
          <p:nvPr/>
        </p:nvSpPr>
        <p:spPr>
          <a:xfrm>
            <a:off x="10242000" y="3545280"/>
            <a:ext cx="72000" cy="72000"/>
          </a:xfrm>
          <a:prstGeom prst="ellipse">
            <a:avLst/>
          </a:prstGeom>
          <a:solidFill>
            <a:srgbClr val="F7F9FC"/>
          </a:solidFill>
          <a:ln w="22860">
            <a:solidFill>
              <a:srgbClr val="2875B9"/>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45" name=""/>
          <p:cNvSpPr/>
          <p:nvPr/>
        </p:nvSpPr>
        <p:spPr>
          <a:xfrm>
            <a:off x="10337400" y="35053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346" name=""/>
          <p:cNvSpPr/>
          <p:nvPr/>
        </p:nvSpPr>
        <p:spPr>
          <a:xfrm>
            <a:off x="10375560" y="3581280"/>
            <a:ext cx="2844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347" name=""/>
          <p:cNvSpPr/>
          <p:nvPr/>
        </p:nvSpPr>
        <p:spPr>
          <a:xfrm flipV="1">
            <a:off x="10404000" y="3552480"/>
            <a:ext cx="4752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348" name=""/>
          <p:cNvSpPr/>
          <p:nvPr/>
        </p:nvSpPr>
        <p:spPr>
          <a:xfrm>
            <a:off x="11201400" y="2438280"/>
            <a:ext cx="75960" cy="228600"/>
          </a:xfrm>
          <a:prstGeom prst="line">
            <a:avLst/>
          </a:prstGeom>
          <a:ln w="20003">
            <a:solidFill>
              <a:srgbClr val="0B867B"/>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349" name=""/>
          <p:cNvSpPr/>
          <p:nvPr/>
        </p:nvSpPr>
        <p:spPr>
          <a:xfrm>
            <a:off x="11277360" y="2666880"/>
            <a:ext cx="571680" cy="360"/>
          </a:xfrm>
          <a:prstGeom prst="line">
            <a:avLst/>
          </a:prstGeom>
          <a:ln w="20003">
            <a:solidFill>
              <a:srgbClr val="0B867B"/>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50" name=""/>
          <p:cNvSpPr/>
          <p:nvPr/>
        </p:nvSpPr>
        <p:spPr>
          <a:xfrm flipV="1">
            <a:off x="11849040" y="2438280"/>
            <a:ext cx="75960" cy="228600"/>
          </a:xfrm>
          <a:prstGeom prst="line">
            <a:avLst/>
          </a:prstGeom>
          <a:ln w="20003">
            <a:solidFill>
              <a:srgbClr val="0B867B"/>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351" name=""/>
          <p:cNvSpPr/>
          <p:nvPr/>
        </p:nvSpPr>
        <p:spPr>
          <a:xfrm>
            <a:off x="11887200" y="2400480"/>
            <a:ext cx="75960" cy="75960"/>
          </a:xfrm>
          <a:prstGeom prst="ellipse">
            <a:avLst/>
          </a:prstGeom>
          <a:solidFill>
            <a:srgbClr val="F7F9FC"/>
          </a:solidFill>
          <a:ln w="22860">
            <a:solidFill>
              <a:srgbClr val="0B867B"/>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352" name=""/>
          <p:cNvSpPr/>
          <p:nvPr/>
        </p:nvSpPr>
        <p:spPr>
          <a:xfrm>
            <a:off x="11167920" y="2405160"/>
            <a:ext cx="66240" cy="66240"/>
          </a:xfrm>
          <a:prstGeom prst="ellipse">
            <a:avLst/>
          </a:prstGeom>
          <a:solidFill>
            <a:srgbClr val="F7F9FC"/>
          </a:solidFill>
          <a:ln w="22860">
            <a:solidFill>
              <a:srgbClr val="0B867B"/>
            </a:solidFill>
            <a:round/>
          </a:ln>
        </p:spPr>
        <p:style>
          <a:lnRef idx="0"/>
          <a:fillRef idx="0"/>
          <a:effectRef idx="0"/>
          <a:fontRef idx="minor"/>
        </p:style>
        <p:txBody>
          <a:bodyPr lIns="90000" tIns="1800" rIns="90000" bIns="1800" anchor="t">
            <a:noAutofit/>
          </a:bodyPr>
          <a:p>
            <a:pPr/>
            <a:endParaRPr lang="en-US" sz="1800" b="0" u="none" strike="noStrike">
              <a:solidFill>
                <a:srgbClr val="000000"/>
              </a:solidFill>
              <a:effectLst/>
              <a:uFillTx/>
              <a:latin typeface="Arial"/>
            </a:endParaRPr>
          </a:p>
        </p:txBody>
      </p:sp>
      <p:sp>
        <p:nvSpPr>
          <p:cNvPr id="353" name=""/>
          <p:cNvSpPr/>
          <p:nvPr/>
        </p:nvSpPr>
        <p:spPr>
          <a:xfrm>
            <a:off x="11310120" y="26308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54" name=""/>
          <p:cNvSpPr/>
          <p:nvPr/>
        </p:nvSpPr>
        <p:spPr>
          <a:xfrm>
            <a:off x="11435760" y="26308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55" name=""/>
          <p:cNvSpPr/>
          <p:nvPr/>
        </p:nvSpPr>
        <p:spPr>
          <a:xfrm>
            <a:off x="11612880" y="2630880"/>
            <a:ext cx="72000" cy="72000"/>
          </a:xfrm>
          <a:prstGeom prst="ellipse">
            <a:avLst/>
          </a:prstGeom>
          <a:solidFill>
            <a:srgbClr val="F7F9FC"/>
          </a:solidFill>
          <a:ln w="22860">
            <a:solidFill>
              <a:srgbClr val="0B867B"/>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56" name=""/>
          <p:cNvSpPr/>
          <p:nvPr/>
        </p:nvSpPr>
        <p:spPr>
          <a:xfrm>
            <a:off x="11710080" y="25909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357" name=""/>
          <p:cNvSpPr/>
          <p:nvPr/>
        </p:nvSpPr>
        <p:spPr>
          <a:xfrm>
            <a:off x="11747880" y="2666880"/>
            <a:ext cx="2880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358" name=""/>
          <p:cNvSpPr/>
          <p:nvPr/>
        </p:nvSpPr>
        <p:spPr>
          <a:xfrm flipV="1">
            <a:off x="11776680" y="2638080"/>
            <a:ext cx="4752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359" name=""/>
          <p:cNvSpPr/>
          <p:nvPr/>
        </p:nvSpPr>
        <p:spPr>
          <a:xfrm>
            <a:off x="12934800" y="2895480"/>
            <a:ext cx="76320" cy="228600"/>
          </a:xfrm>
          <a:prstGeom prst="line">
            <a:avLst/>
          </a:prstGeom>
          <a:ln w="20003">
            <a:solidFill>
              <a:srgbClr val="A078D3"/>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360" name=""/>
          <p:cNvSpPr/>
          <p:nvPr/>
        </p:nvSpPr>
        <p:spPr>
          <a:xfrm>
            <a:off x="13011120" y="3124080"/>
            <a:ext cx="533160" cy="360"/>
          </a:xfrm>
          <a:prstGeom prst="line">
            <a:avLst/>
          </a:prstGeom>
          <a:ln w="20003">
            <a:solidFill>
              <a:srgbClr val="A078D3"/>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61" name=""/>
          <p:cNvSpPr/>
          <p:nvPr/>
        </p:nvSpPr>
        <p:spPr>
          <a:xfrm flipV="1">
            <a:off x="13544280" y="2895480"/>
            <a:ext cx="76320" cy="228600"/>
          </a:xfrm>
          <a:prstGeom prst="line">
            <a:avLst/>
          </a:prstGeom>
          <a:ln w="20003">
            <a:solidFill>
              <a:srgbClr val="A078D3"/>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362" name=""/>
          <p:cNvSpPr/>
          <p:nvPr/>
        </p:nvSpPr>
        <p:spPr>
          <a:xfrm>
            <a:off x="13582800" y="2857680"/>
            <a:ext cx="75960" cy="75960"/>
          </a:xfrm>
          <a:prstGeom prst="ellipse">
            <a:avLst/>
          </a:prstGeom>
          <a:solidFill>
            <a:srgbClr val="F7F9FC"/>
          </a:solidFill>
          <a:ln w="22860">
            <a:solidFill>
              <a:srgbClr val="A078D3"/>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363" name=""/>
          <p:cNvSpPr/>
          <p:nvPr/>
        </p:nvSpPr>
        <p:spPr>
          <a:xfrm>
            <a:off x="12901680" y="2862360"/>
            <a:ext cx="66240" cy="66240"/>
          </a:xfrm>
          <a:prstGeom prst="ellipse">
            <a:avLst/>
          </a:prstGeom>
          <a:solidFill>
            <a:srgbClr val="F7F9FC"/>
          </a:solidFill>
          <a:ln w="22860">
            <a:solidFill>
              <a:srgbClr val="A078D3"/>
            </a:solidFill>
            <a:round/>
          </a:ln>
        </p:spPr>
        <p:style>
          <a:lnRef idx="0"/>
          <a:fillRef idx="0"/>
          <a:effectRef idx="0"/>
          <a:fontRef idx="minor"/>
        </p:style>
        <p:txBody>
          <a:bodyPr lIns="90000" tIns="1800" rIns="90000" bIns="1800" anchor="t">
            <a:noAutofit/>
          </a:bodyPr>
          <a:p>
            <a:pPr/>
            <a:endParaRPr lang="en-US" sz="1800" b="0" u="none" strike="noStrike">
              <a:solidFill>
                <a:srgbClr val="000000"/>
              </a:solidFill>
              <a:effectLst/>
              <a:uFillTx/>
              <a:latin typeface="Arial"/>
            </a:endParaRPr>
          </a:p>
        </p:txBody>
      </p:sp>
      <p:sp>
        <p:nvSpPr>
          <p:cNvPr id="364" name=""/>
          <p:cNvSpPr/>
          <p:nvPr/>
        </p:nvSpPr>
        <p:spPr>
          <a:xfrm>
            <a:off x="13006800" y="30880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65" name=""/>
          <p:cNvSpPr/>
          <p:nvPr/>
        </p:nvSpPr>
        <p:spPr>
          <a:xfrm>
            <a:off x="13102920" y="30880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66" name=""/>
          <p:cNvSpPr/>
          <p:nvPr/>
        </p:nvSpPr>
        <p:spPr>
          <a:xfrm>
            <a:off x="13241520" y="30880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67" name=""/>
          <p:cNvSpPr/>
          <p:nvPr/>
        </p:nvSpPr>
        <p:spPr>
          <a:xfrm>
            <a:off x="13358880" y="3088080"/>
            <a:ext cx="72000" cy="72000"/>
          </a:xfrm>
          <a:prstGeom prst="ellipse">
            <a:avLst/>
          </a:prstGeom>
          <a:solidFill>
            <a:srgbClr val="F7F9FC"/>
          </a:solidFill>
          <a:ln w="22860">
            <a:solidFill>
              <a:srgbClr val="A078D3"/>
            </a:solidFill>
            <a:round/>
          </a:ln>
        </p:spPr>
        <p:style>
          <a:lnRef idx="0"/>
          <a:fillRef idx="0"/>
          <a:effectRef idx="0"/>
          <a:fontRef idx="minor"/>
        </p:style>
        <p:txBody>
          <a:bodyPr lIns="90000" tIns="6120" rIns="90000" bIns="6120" anchor="t">
            <a:noAutofit/>
          </a:bodyPr>
          <a:p>
            <a:pPr/>
            <a:endParaRPr lang="en-US" sz="1800" b="0" u="none" strike="noStrike">
              <a:solidFill>
                <a:srgbClr val="000000"/>
              </a:solidFill>
              <a:effectLst/>
              <a:uFillTx/>
              <a:latin typeface="Arial"/>
            </a:endParaRPr>
          </a:p>
        </p:txBody>
      </p:sp>
      <p:sp>
        <p:nvSpPr>
          <p:cNvPr id="368" name=""/>
          <p:cNvSpPr/>
          <p:nvPr/>
        </p:nvSpPr>
        <p:spPr>
          <a:xfrm>
            <a:off x="13409640" y="304812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369" name=""/>
          <p:cNvSpPr/>
          <p:nvPr/>
        </p:nvSpPr>
        <p:spPr>
          <a:xfrm>
            <a:off x="13447440" y="3124080"/>
            <a:ext cx="2880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370" name=""/>
          <p:cNvSpPr/>
          <p:nvPr/>
        </p:nvSpPr>
        <p:spPr>
          <a:xfrm flipV="1">
            <a:off x="13476240" y="3095280"/>
            <a:ext cx="47520" cy="57240"/>
          </a:xfrm>
          <a:prstGeom prst="line">
            <a:avLst/>
          </a:prstGeom>
          <a:ln w="14288">
            <a:solidFill>
              <a:srgbClr val="0B867B"/>
            </a:solidFill>
            <a:round/>
          </a:ln>
        </p:spPr>
        <p:style>
          <a:lnRef idx="0"/>
          <a:fillRef idx="0"/>
          <a:effectRef idx="0"/>
          <a:fontRef idx="minor"/>
        </p:style>
        <p:txBody>
          <a:bodyPr lIns="90000" tIns="12240" rIns="90000" bIns="12240" anchor="t" anchorCtr="1">
            <a:noAutofit/>
          </a:bodyPr>
          <a:p>
            <a:pPr/>
            <a:endParaRPr lang="en-US" sz="1800" b="0" u="none" strike="noStrike">
              <a:solidFill>
                <a:srgbClr val="000000"/>
              </a:solidFill>
              <a:effectLst/>
              <a:uFillTx/>
              <a:latin typeface="Arial"/>
            </a:endParaRPr>
          </a:p>
        </p:txBody>
      </p:sp>
      <p:sp>
        <p:nvSpPr>
          <p:cNvPr id="371" name=""/>
          <p:cNvSpPr/>
          <p:nvPr/>
        </p:nvSpPr>
        <p:spPr>
          <a:xfrm>
            <a:off x="2943360" y="4314960"/>
            <a:ext cx="75960" cy="75960"/>
          </a:xfrm>
          <a:prstGeom prst="triangle">
            <a:avLst>
              <a:gd name="adj" fmla="val 50000"/>
            </a:avLst>
          </a:prstGeom>
          <a:solidFill>
            <a:srgbClr val="C3912E"/>
          </a:solidFill>
          <a:ln w="0">
            <a:noFill/>
          </a:ln>
        </p:spPr>
        <p:style>
          <a:lnRef idx="0"/>
          <a:fillRef idx="0"/>
          <a:effectRef idx="0"/>
          <a:fontRef idx="minor"/>
        </p:style>
        <p:txBody>
          <a:bodyPr lIns="90000" tIns="-6840" rIns="90000" bIns="-6840" anchor="t">
            <a:noAutofit/>
          </a:bodyPr>
          <a:p>
            <a:pPr/>
            <a:endParaRPr lang="en-US" sz="1800" b="0" u="none" strike="noStrike">
              <a:solidFill>
                <a:srgbClr val="FFFFFF"/>
              </a:solidFill>
              <a:effectLst/>
              <a:uFillTx/>
              <a:latin typeface="Arial"/>
            </a:endParaRPr>
          </a:p>
        </p:txBody>
      </p:sp>
      <p:sp>
        <p:nvSpPr>
          <p:cNvPr id="372" name=""/>
          <p:cNvSpPr/>
          <p:nvPr/>
        </p:nvSpPr>
        <p:spPr>
          <a:xfrm>
            <a:off x="4648320" y="4314960"/>
            <a:ext cx="75960" cy="75960"/>
          </a:xfrm>
          <a:prstGeom prst="triangle">
            <a:avLst>
              <a:gd name="adj" fmla="val 50000"/>
            </a:avLst>
          </a:prstGeom>
          <a:solidFill>
            <a:srgbClr val="C3912E"/>
          </a:solidFill>
          <a:ln w="0">
            <a:noFill/>
          </a:ln>
        </p:spPr>
        <p:style>
          <a:lnRef idx="0"/>
          <a:fillRef idx="0"/>
          <a:effectRef idx="0"/>
          <a:fontRef idx="minor"/>
        </p:style>
        <p:txBody>
          <a:bodyPr lIns="90000" tIns="-6840" rIns="90000" bIns="-6840" anchor="t">
            <a:noAutofit/>
          </a:bodyPr>
          <a:p>
            <a:pPr/>
            <a:endParaRPr lang="en-US" sz="1800" b="0" u="none" strike="noStrike">
              <a:solidFill>
                <a:srgbClr val="FFFFFF"/>
              </a:solidFill>
              <a:effectLst/>
              <a:uFillTx/>
              <a:latin typeface="Arial"/>
            </a:endParaRPr>
          </a:p>
        </p:txBody>
      </p:sp>
      <p:sp>
        <p:nvSpPr>
          <p:cNvPr id="373" name=""/>
          <p:cNvSpPr/>
          <p:nvPr/>
        </p:nvSpPr>
        <p:spPr>
          <a:xfrm>
            <a:off x="6800760" y="4314960"/>
            <a:ext cx="75960" cy="75960"/>
          </a:xfrm>
          <a:prstGeom prst="triangle">
            <a:avLst>
              <a:gd name="adj" fmla="val 50000"/>
            </a:avLst>
          </a:prstGeom>
          <a:solidFill>
            <a:srgbClr val="C3912E"/>
          </a:solidFill>
          <a:ln w="0">
            <a:noFill/>
          </a:ln>
        </p:spPr>
        <p:style>
          <a:lnRef idx="0"/>
          <a:fillRef idx="0"/>
          <a:effectRef idx="0"/>
          <a:fontRef idx="minor"/>
        </p:style>
        <p:txBody>
          <a:bodyPr lIns="90000" tIns="-6840" rIns="90000" bIns="-6840" anchor="t">
            <a:noAutofit/>
          </a:bodyPr>
          <a:p>
            <a:pPr/>
            <a:endParaRPr lang="en-US" sz="1800" b="0" u="none" strike="noStrike">
              <a:solidFill>
                <a:srgbClr val="FFFFFF"/>
              </a:solidFill>
              <a:effectLst/>
              <a:uFillTx/>
              <a:latin typeface="Arial"/>
            </a:endParaRPr>
          </a:p>
        </p:txBody>
      </p:sp>
      <p:sp>
        <p:nvSpPr>
          <p:cNvPr id="374" name=""/>
          <p:cNvSpPr/>
          <p:nvPr/>
        </p:nvSpPr>
        <p:spPr>
          <a:xfrm>
            <a:off x="8886960" y="4314960"/>
            <a:ext cx="75960" cy="75960"/>
          </a:xfrm>
          <a:prstGeom prst="triangle">
            <a:avLst>
              <a:gd name="adj" fmla="val 50000"/>
            </a:avLst>
          </a:prstGeom>
          <a:solidFill>
            <a:srgbClr val="C3912E"/>
          </a:solidFill>
          <a:ln w="0">
            <a:noFill/>
          </a:ln>
        </p:spPr>
        <p:style>
          <a:lnRef idx="0"/>
          <a:fillRef idx="0"/>
          <a:effectRef idx="0"/>
          <a:fontRef idx="minor"/>
        </p:style>
        <p:txBody>
          <a:bodyPr lIns="90000" tIns="-6840" rIns="90000" bIns="-6840" anchor="t">
            <a:noAutofit/>
          </a:bodyPr>
          <a:p>
            <a:pPr/>
            <a:endParaRPr lang="en-US" sz="1800" b="0" u="none" strike="noStrike">
              <a:solidFill>
                <a:srgbClr val="FFFFFF"/>
              </a:solidFill>
              <a:effectLst/>
              <a:uFillTx/>
              <a:latin typeface="Arial"/>
            </a:endParaRPr>
          </a:p>
        </p:txBody>
      </p:sp>
      <p:sp>
        <p:nvSpPr>
          <p:cNvPr id="375" name=""/>
          <p:cNvSpPr/>
          <p:nvPr/>
        </p:nvSpPr>
        <p:spPr>
          <a:xfrm>
            <a:off x="9782280" y="4314960"/>
            <a:ext cx="75960" cy="75960"/>
          </a:xfrm>
          <a:prstGeom prst="triangle">
            <a:avLst>
              <a:gd name="adj" fmla="val 50000"/>
            </a:avLst>
          </a:prstGeom>
          <a:solidFill>
            <a:srgbClr val="C3912E"/>
          </a:solidFill>
          <a:ln w="0">
            <a:noFill/>
          </a:ln>
        </p:spPr>
        <p:style>
          <a:lnRef idx="0"/>
          <a:fillRef idx="0"/>
          <a:effectRef idx="0"/>
          <a:fontRef idx="minor"/>
        </p:style>
        <p:txBody>
          <a:bodyPr lIns="90000" tIns="-6840" rIns="90000" bIns="-6840" anchor="t">
            <a:noAutofit/>
          </a:bodyPr>
          <a:p>
            <a:pPr/>
            <a:endParaRPr lang="en-US" sz="1800" b="0" u="none" strike="noStrike">
              <a:solidFill>
                <a:srgbClr val="FFFFFF"/>
              </a:solidFill>
              <a:effectLst/>
              <a:uFillTx/>
              <a:latin typeface="Arial"/>
            </a:endParaRPr>
          </a:p>
        </p:txBody>
      </p:sp>
      <p:sp>
        <p:nvSpPr>
          <p:cNvPr id="376" name=""/>
          <p:cNvSpPr/>
          <p:nvPr/>
        </p:nvSpPr>
        <p:spPr>
          <a:xfrm>
            <a:off x="10944360" y="4314960"/>
            <a:ext cx="75960" cy="75960"/>
          </a:xfrm>
          <a:prstGeom prst="triangle">
            <a:avLst>
              <a:gd name="adj" fmla="val 50000"/>
            </a:avLst>
          </a:prstGeom>
          <a:solidFill>
            <a:srgbClr val="C3912E"/>
          </a:solidFill>
          <a:ln w="0">
            <a:noFill/>
          </a:ln>
        </p:spPr>
        <p:style>
          <a:lnRef idx="0"/>
          <a:fillRef idx="0"/>
          <a:effectRef idx="0"/>
          <a:fontRef idx="minor"/>
        </p:style>
        <p:txBody>
          <a:bodyPr lIns="90000" tIns="-6840" rIns="90000" bIns="-6840" anchor="t">
            <a:noAutofit/>
          </a:bodyPr>
          <a:p>
            <a:pPr/>
            <a:endParaRPr lang="en-US" sz="1800" b="0" u="none" strike="noStrike">
              <a:solidFill>
                <a:srgbClr val="FFFFFF"/>
              </a:solidFill>
              <a:effectLst/>
              <a:uFillTx/>
              <a:latin typeface="Arial"/>
            </a:endParaRPr>
          </a:p>
        </p:txBody>
      </p:sp>
      <p:sp>
        <p:nvSpPr>
          <p:cNvPr id="377" name=""/>
          <p:cNvSpPr/>
          <p:nvPr/>
        </p:nvSpPr>
        <p:spPr>
          <a:xfrm>
            <a:off x="11925360" y="4314960"/>
            <a:ext cx="75960" cy="75960"/>
          </a:xfrm>
          <a:prstGeom prst="triangle">
            <a:avLst>
              <a:gd name="adj" fmla="val 50000"/>
            </a:avLst>
          </a:prstGeom>
          <a:solidFill>
            <a:srgbClr val="C3912E"/>
          </a:solidFill>
          <a:ln w="0">
            <a:noFill/>
          </a:ln>
        </p:spPr>
        <p:style>
          <a:lnRef idx="0"/>
          <a:fillRef idx="0"/>
          <a:effectRef idx="0"/>
          <a:fontRef idx="minor"/>
        </p:style>
        <p:txBody>
          <a:bodyPr lIns="90000" tIns="-6840" rIns="90000" bIns="-6840" anchor="t">
            <a:noAutofit/>
          </a:bodyPr>
          <a:p>
            <a:pPr/>
            <a:endParaRPr lang="en-US" sz="1800" b="0" u="none" strike="noStrike">
              <a:solidFill>
                <a:srgbClr val="FFFFFF"/>
              </a:solidFill>
              <a:effectLst/>
              <a:uFillTx/>
              <a:latin typeface="Arial"/>
            </a:endParaRPr>
          </a:p>
        </p:txBody>
      </p:sp>
      <p:sp>
        <p:nvSpPr>
          <p:cNvPr id="378" name=""/>
          <p:cNvSpPr/>
          <p:nvPr/>
        </p:nvSpPr>
        <p:spPr>
          <a:xfrm>
            <a:off x="13077720" y="4314960"/>
            <a:ext cx="75960" cy="75960"/>
          </a:xfrm>
          <a:prstGeom prst="triangle">
            <a:avLst>
              <a:gd name="adj" fmla="val 50000"/>
            </a:avLst>
          </a:prstGeom>
          <a:solidFill>
            <a:srgbClr val="C3912E"/>
          </a:solidFill>
          <a:ln w="0">
            <a:noFill/>
          </a:ln>
        </p:spPr>
        <p:style>
          <a:lnRef idx="0"/>
          <a:fillRef idx="0"/>
          <a:effectRef idx="0"/>
          <a:fontRef idx="minor"/>
        </p:style>
        <p:txBody>
          <a:bodyPr lIns="90000" tIns="-6840" rIns="90000" bIns="-6840" anchor="t">
            <a:noAutofit/>
          </a:bodyPr>
          <a:p>
            <a:pPr/>
            <a:endParaRPr lang="en-US" sz="1800" b="0" u="none" strike="noStrike">
              <a:solidFill>
                <a:srgbClr val="FFFFFF"/>
              </a:solidFill>
              <a:effectLst/>
              <a:uFillTx/>
              <a:latin typeface="Arial"/>
            </a:endParaRPr>
          </a:p>
        </p:txBody>
      </p:sp>
      <p:sp>
        <p:nvSpPr>
          <p:cNvPr id="379" name=""/>
          <p:cNvSpPr/>
          <p:nvPr/>
        </p:nvSpPr>
        <p:spPr>
          <a:xfrm>
            <a:off x="3038400" y="4486320"/>
            <a:ext cx="5381280" cy="27576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500" b="1" u="none" strike="noStrike">
                <a:solidFill>
                  <a:srgbClr val="0B867B"/>
                </a:solidFill>
                <a:effectLst/>
                <a:uFillTx/>
                <a:latin typeface="Arial"/>
                <a:ea typeface="Arial"/>
              </a:rPr>
              <a:t>Frequent feedback and accepted improvements</a:t>
            </a:r>
            <a:endParaRPr lang="en-US" sz="1500" b="0" u="none" strike="noStrike">
              <a:solidFill>
                <a:srgbClr val="000000"/>
              </a:solidFill>
              <a:effectLst/>
              <a:uFillTx/>
              <a:latin typeface="Arial"/>
            </a:endParaRPr>
          </a:p>
        </p:txBody>
      </p:sp>
      <p:sp>
        <p:nvSpPr>
          <p:cNvPr id="380" name=""/>
          <p:cNvSpPr/>
          <p:nvPr/>
        </p:nvSpPr>
        <p:spPr>
          <a:xfrm>
            <a:off x="9296280" y="4486320"/>
            <a:ext cx="5295600" cy="27576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500" b="1" u="none" strike="noStrike">
                <a:solidFill>
                  <a:srgbClr val="0B867B"/>
                </a:solidFill>
                <a:effectLst/>
                <a:uFillTx/>
                <a:latin typeface="Arial"/>
                <a:ea typeface="Arial"/>
              </a:rPr>
              <a:t>More parallel experiments and faster integration</a:t>
            </a:r>
            <a:endParaRPr lang="en-US" sz="1500" b="0" u="none" strike="noStrike">
              <a:solidFill>
                <a:srgbClr val="000000"/>
              </a:solidFill>
              <a:effectLst/>
              <a:uFillTx/>
              <a:latin typeface="Arial"/>
            </a:endParaRPr>
          </a:p>
        </p:txBody>
      </p:sp>
      <p:sp>
        <p:nvSpPr>
          <p:cNvPr id="381" name=""/>
          <p:cNvSpPr/>
          <p:nvPr/>
        </p:nvSpPr>
        <p:spPr>
          <a:xfrm>
            <a:off x="552240" y="4867200"/>
            <a:ext cx="14115960" cy="360"/>
          </a:xfrm>
          <a:prstGeom prst="line">
            <a:avLst/>
          </a:prstGeom>
          <a:ln w="9525">
            <a:solidFill>
              <a:srgbClr val="D4DFE9"/>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82" name=""/>
          <p:cNvSpPr/>
          <p:nvPr/>
        </p:nvSpPr>
        <p:spPr>
          <a:xfrm flipV="1">
            <a:off x="3028680" y="6381720"/>
            <a:ext cx="142920" cy="457200"/>
          </a:xfrm>
          <a:prstGeom prst="line">
            <a:avLst/>
          </a:prstGeom>
          <a:ln w="20955">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383" name=""/>
          <p:cNvSpPr/>
          <p:nvPr/>
        </p:nvSpPr>
        <p:spPr>
          <a:xfrm>
            <a:off x="3171600" y="6381720"/>
            <a:ext cx="1781280" cy="360"/>
          </a:xfrm>
          <a:prstGeom prst="line">
            <a:avLst/>
          </a:prstGeom>
          <a:ln w="20955">
            <a:solidFill>
              <a:srgbClr val="2875B9"/>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84" name=""/>
          <p:cNvSpPr/>
          <p:nvPr/>
        </p:nvSpPr>
        <p:spPr>
          <a:xfrm>
            <a:off x="4952880" y="6381720"/>
            <a:ext cx="790560" cy="360"/>
          </a:xfrm>
          <a:prstGeom prst="line">
            <a:avLst/>
          </a:prstGeom>
          <a:ln w="23813">
            <a:solidFill>
              <a:srgbClr val="A6B2C0"/>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85" name=""/>
          <p:cNvSpPr/>
          <p:nvPr/>
        </p:nvSpPr>
        <p:spPr>
          <a:xfrm>
            <a:off x="5743440" y="6381720"/>
            <a:ext cx="2219400" cy="360"/>
          </a:xfrm>
          <a:prstGeom prst="line">
            <a:avLst/>
          </a:prstGeom>
          <a:ln w="20955">
            <a:solidFill>
              <a:srgbClr val="A078D3"/>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86" name=""/>
          <p:cNvSpPr/>
          <p:nvPr/>
        </p:nvSpPr>
        <p:spPr>
          <a:xfrm>
            <a:off x="7962840" y="6381720"/>
            <a:ext cx="142920" cy="457200"/>
          </a:xfrm>
          <a:prstGeom prst="line">
            <a:avLst/>
          </a:prstGeom>
          <a:ln w="20955">
            <a:solidFill>
              <a:srgbClr val="A078D3"/>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387" name=""/>
          <p:cNvSpPr/>
          <p:nvPr/>
        </p:nvSpPr>
        <p:spPr>
          <a:xfrm>
            <a:off x="2990880" y="6800760"/>
            <a:ext cx="75960" cy="75960"/>
          </a:xfrm>
          <a:prstGeom prst="ellipse">
            <a:avLst/>
          </a:prstGeom>
          <a:solidFill>
            <a:srgbClr val="15263D"/>
          </a:solidFill>
          <a:ln w="22860">
            <a:solidFill>
              <a:srgbClr val="15263D"/>
            </a:solidFill>
            <a:round/>
          </a:ln>
        </p:spPr>
        <p:style>
          <a:lnRef idx="0"/>
          <a:fillRef idx="0"/>
          <a:effectRef idx="0"/>
          <a:fontRef idx="minor"/>
        </p:style>
        <p:txBody>
          <a:bodyPr lIns="90000" tIns="8640" rIns="90000" bIns="8640" anchor="t">
            <a:noAutofit/>
          </a:bodyPr>
          <a:p>
            <a:pPr/>
            <a:endParaRPr lang="en-US" sz="1800" b="0" u="none" strike="noStrike">
              <a:solidFill>
                <a:srgbClr val="FFFFFF"/>
              </a:solidFill>
              <a:effectLst/>
              <a:uFillTx/>
              <a:latin typeface="Arial"/>
            </a:endParaRPr>
          </a:p>
        </p:txBody>
      </p:sp>
      <p:sp>
        <p:nvSpPr>
          <p:cNvPr id="388" name=""/>
          <p:cNvSpPr/>
          <p:nvPr/>
        </p:nvSpPr>
        <p:spPr>
          <a:xfrm>
            <a:off x="8048520" y="6781680"/>
            <a:ext cx="114120" cy="114120"/>
          </a:xfrm>
          <a:prstGeom prst="ellipse">
            <a:avLst/>
          </a:prstGeom>
          <a:solidFill>
            <a:srgbClr val="0B867B"/>
          </a:solidFill>
          <a:ln w="22860">
            <a:solidFill>
              <a:srgbClr val="0B867B"/>
            </a:solidFill>
            <a:round/>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389" name=""/>
          <p:cNvSpPr/>
          <p:nvPr/>
        </p:nvSpPr>
        <p:spPr>
          <a:xfrm>
            <a:off x="3343320" y="6343560"/>
            <a:ext cx="75960" cy="75960"/>
          </a:xfrm>
          <a:prstGeom prst="ellipse">
            <a:avLst/>
          </a:prstGeom>
          <a:solidFill>
            <a:srgbClr val="F7F9FC"/>
          </a:solidFill>
          <a:ln w="22860">
            <a:solidFill>
              <a:srgbClr val="2875B9"/>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390" name=""/>
          <p:cNvSpPr/>
          <p:nvPr/>
        </p:nvSpPr>
        <p:spPr>
          <a:xfrm>
            <a:off x="3695760" y="6343560"/>
            <a:ext cx="75960" cy="75960"/>
          </a:xfrm>
          <a:prstGeom prst="ellipse">
            <a:avLst/>
          </a:prstGeom>
          <a:solidFill>
            <a:srgbClr val="F7F9FC"/>
          </a:solidFill>
          <a:ln w="22860">
            <a:solidFill>
              <a:srgbClr val="2875B9"/>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391" name=""/>
          <p:cNvSpPr/>
          <p:nvPr/>
        </p:nvSpPr>
        <p:spPr>
          <a:xfrm>
            <a:off x="4210200" y="6343560"/>
            <a:ext cx="75960" cy="75960"/>
          </a:xfrm>
          <a:prstGeom prst="ellipse">
            <a:avLst/>
          </a:prstGeom>
          <a:solidFill>
            <a:srgbClr val="F7F9FC"/>
          </a:solidFill>
          <a:ln w="22860">
            <a:solidFill>
              <a:srgbClr val="2875B9"/>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392" name=""/>
          <p:cNvSpPr/>
          <p:nvPr/>
        </p:nvSpPr>
        <p:spPr>
          <a:xfrm>
            <a:off x="4619520" y="6343560"/>
            <a:ext cx="75960" cy="75960"/>
          </a:xfrm>
          <a:prstGeom prst="ellipse">
            <a:avLst/>
          </a:prstGeom>
          <a:solidFill>
            <a:srgbClr val="F7F9FC"/>
          </a:solidFill>
          <a:ln w="22860">
            <a:solidFill>
              <a:srgbClr val="2875B9"/>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393" name=""/>
          <p:cNvSpPr/>
          <p:nvPr/>
        </p:nvSpPr>
        <p:spPr>
          <a:xfrm>
            <a:off x="6019920" y="6343560"/>
            <a:ext cx="75960" cy="75960"/>
          </a:xfrm>
          <a:prstGeom prst="ellipse">
            <a:avLst/>
          </a:prstGeom>
          <a:solidFill>
            <a:srgbClr val="F7F9FC"/>
          </a:solidFill>
          <a:ln w="22860">
            <a:solidFill>
              <a:srgbClr val="A078D3"/>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394" name=""/>
          <p:cNvSpPr/>
          <p:nvPr/>
        </p:nvSpPr>
        <p:spPr>
          <a:xfrm>
            <a:off x="6829560" y="6343560"/>
            <a:ext cx="75960" cy="75960"/>
          </a:xfrm>
          <a:prstGeom prst="ellipse">
            <a:avLst/>
          </a:prstGeom>
          <a:solidFill>
            <a:srgbClr val="F7F9FC"/>
          </a:solidFill>
          <a:ln w="22860">
            <a:solidFill>
              <a:srgbClr val="A078D3"/>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395" name=""/>
          <p:cNvSpPr/>
          <p:nvPr/>
        </p:nvSpPr>
        <p:spPr>
          <a:xfrm>
            <a:off x="7362720" y="6343560"/>
            <a:ext cx="75960" cy="75960"/>
          </a:xfrm>
          <a:prstGeom prst="ellipse">
            <a:avLst/>
          </a:prstGeom>
          <a:solidFill>
            <a:srgbClr val="F7F9FC"/>
          </a:solidFill>
          <a:ln w="22860">
            <a:solidFill>
              <a:srgbClr val="A078D3"/>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396" name=""/>
          <p:cNvSpPr/>
          <p:nvPr/>
        </p:nvSpPr>
        <p:spPr>
          <a:xfrm>
            <a:off x="7715160" y="6343560"/>
            <a:ext cx="75960" cy="75960"/>
          </a:xfrm>
          <a:prstGeom prst="ellipse">
            <a:avLst/>
          </a:prstGeom>
          <a:solidFill>
            <a:srgbClr val="F7F9FC"/>
          </a:solidFill>
          <a:ln w="22860">
            <a:solidFill>
              <a:srgbClr val="A078D3"/>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397" name=""/>
          <p:cNvSpPr/>
          <p:nvPr/>
        </p:nvSpPr>
        <p:spPr>
          <a:xfrm>
            <a:off x="7877160" y="6324480"/>
            <a:ext cx="114120" cy="114120"/>
          </a:xfrm>
          <a:prstGeom prst="rect">
            <a:avLst/>
          </a:prstGeom>
          <a:solidFill>
            <a:srgbClr val="F7F9FC"/>
          </a:solidFill>
          <a:ln w="19050">
            <a:solidFill>
              <a:srgbClr val="B18029"/>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98" name=""/>
          <p:cNvSpPr/>
          <p:nvPr/>
        </p:nvSpPr>
        <p:spPr>
          <a:xfrm flipV="1">
            <a:off x="8277120" y="6153120"/>
            <a:ext cx="142920" cy="685800"/>
          </a:xfrm>
          <a:prstGeom prst="line">
            <a:avLst/>
          </a:prstGeom>
          <a:ln w="20955">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399" name=""/>
          <p:cNvSpPr/>
          <p:nvPr/>
        </p:nvSpPr>
        <p:spPr>
          <a:xfrm>
            <a:off x="8420040" y="6153120"/>
            <a:ext cx="1457280" cy="360"/>
          </a:xfrm>
          <a:prstGeom prst="line">
            <a:avLst/>
          </a:prstGeom>
          <a:ln w="20955">
            <a:solidFill>
              <a:srgbClr val="2875B9"/>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00" name=""/>
          <p:cNvSpPr/>
          <p:nvPr/>
        </p:nvSpPr>
        <p:spPr>
          <a:xfrm>
            <a:off x="9877320" y="6153120"/>
            <a:ext cx="1305000" cy="360"/>
          </a:xfrm>
          <a:prstGeom prst="line">
            <a:avLst/>
          </a:prstGeom>
          <a:ln w="23813">
            <a:solidFill>
              <a:srgbClr val="A6B2C0"/>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01" name=""/>
          <p:cNvSpPr/>
          <p:nvPr/>
        </p:nvSpPr>
        <p:spPr>
          <a:xfrm>
            <a:off x="11182320" y="6153120"/>
            <a:ext cx="2943000" cy="360"/>
          </a:xfrm>
          <a:prstGeom prst="line">
            <a:avLst/>
          </a:prstGeom>
          <a:ln w="20955">
            <a:solidFill>
              <a:srgbClr val="A078D3"/>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02" name=""/>
          <p:cNvSpPr/>
          <p:nvPr/>
        </p:nvSpPr>
        <p:spPr>
          <a:xfrm>
            <a:off x="14125320" y="6153120"/>
            <a:ext cx="142920" cy="685800"/>
          </a:xfrm>
          <a:prstGeom prst="line">
            <a:avLst/>
          </a:prstGeom>
          <a:ln w="20955">
            <a:solidFill>
              <a:srgbClr val="A078D3"/>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03" name=""/>
          <p:cNvSpPr/>
          <p:nvPr/>
        </p:nvSpPr>
        <p:spPr>
          <a:xfrm>
            <a:off x="8238960" y="6800760"/>
            <a:ext cx="75960" cy="75960"/>
          </a:xfrm>
          <a:prstGeom prst="ellipse">
            <a:avLst/>
          </a:prstGeom>
          <a:solidFill>
            <a:srgbClr val="15263D"/>
          </a:solidFill>
          <a:ln w="22860">
            <a:solidFill>
              <a:srgbClr val="15263D"/>
            </a:solidFill>
            <a:round/>
          </a:ln>
        </p:spPr>
        <p:style>
          <a:lnRef idx="0"/>
          <a:fillRef idx="0"/>
          <a:effectRef idx="0"/>
          <a:fontRef idx="minor"/>
        </p:style>
        <p:txBody>
          <a:bodyPr lIns="90000" tIns="8640" rIns="90000" bIns="8640" anchor="t">
            <a:noAutofit/>
          </a:bodyPr>
          <a:p>
            <a:pPr/>
            <a:endParaRPr lang="en-US" sz="1800" b="0" u="none" strike="noStrike">
              <a:solidFill>
                <a:srgbClr val="FFFFFF"/>
              </a:solidFill>
              <a:effectLst/>
              <a:uFillTx/>
              <a:latin typeface="Arial"/>
            </a:endParaRPr>
          </a:p>
        </p:txBody>
      </p:sp>
      <p:sp>
        <p:nvSpPr>
          <p:cNvPr id="404" name=""/>
          <p:cNvSpPr/>
          <p:nvPr/>
        </p:nvSpPr>
        <p:spPr>
          <a:xfrm>
            <a:off x="14211360" y="6781680"/>
            <a:ext cx="114120" cy="114120"/>
          </a:xfrm>
          <a:prstGeom prst="ellipse">
            <a:avLst/>
          </a:prstGeom>
          <a:solidFill>
            <a:srgbClr val="0B867B"/>
          </a:solidFill>
          <a:ln w="22860">
            <a:solidFill>
              <a:srgbClr val="0B867B"/>
            </a:solidFill>
            <a:round/>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405" name=""/>
          <p:cNvSpPr/>
          <p:nvPr/>
        </p:nvSpPr>
        <p:spPr>
          <a:xfrm>
            <a:off x="8429760" y="6114960"/>
            <a:ext cx="75960" cy="75960"/>
          </a:xfrm>
          <a:prstGeom prst="ellipse">
            <a:avLst/>
          </a:prstGeom>
          <a:solidFill>
            <a:srgbClr val="F7F9FC"/>
          </a:solidFill>
          <a:ln w="22860">
            <a:solidFill>
              <a:srgbClr val="2875B9"/>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06" name=""/>
          <p:cNvSpPr/>
          <p:nvPr/>
        </p:nvSpPr>
        <p:spPr>
          <a:xfrm>
            <a:off x="8791560" y="6114960"/>
            <a:ext cx="75960" cy="75960"/>
          </a:xfrm>
          <a:prstGeom prst="ellipse">
            <a:avLst/>
          </a:prstGeom>
          <a:solidFill>
            <a:srgbClr val="F7F9FC"/>
          </a:solidFill>
          <a:ln w="22860">
            <a:solidFill>
              <a:srgbClr val="2875B9"/>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07" name=""/>
          <p:cNvSpPr/>
          <p:nvPr/>
        </p:nvSpPr>
        <p:spPr>
          <a:xfrm>
            <a:off x="8934480" y="6114960"/>
            <a:ext cx="75960" cy="75960"/>
          </a:xfrm>
          <a:prstGeom prst="ellipse">
            <a:avLst/>
          </a:prstGeom>
          <a:solidFill>
            <a:srgbClr val="F7F9FC"/>
          </a:solidFill>
          <a:ln w="22860">
            <a:solidFill>
              <a:srgbClr val="2875B9"/>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08" name=""/>
          <p:cNvSpPr/>
          <p:nvPr/>
        </p:nvSpPr>
        <p:spPr>
          <a:xfrm>
            <a:off x="9067680" y="6114960"/>
            <a:ext cx="75960" cy="75960"/>
          </a:xfrm>
          <a:prstGeom prst="ellipse">
            <a:avLst/>
          </a:prstGeom>
          <a:solidFill>
            <a:srgbClr val="F7F9FC"/>
          </a:solidFill>
          <a:ln w="22860">
            <a:solidFill>
              <a:srgbClr val="2875B9"/>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09" name=""/>
          <p:cNvSpPr/>
          <p:nvPr/>
        </p:nvSpPr>
        <p:spPr>
          <a:xfrm>
            <a:off x="9220320" y="6114960"/>
            <a:ext cx="75960" cy="75960"/>
          </a:xfrm>
          <a:prstGeom prst="ellipse">
            <a:avLst/>
          </a:prstGeom>
          <a:solidFill>
            <a:srgbClr val="F7F9FC"/>
          </a:solidFill>
          <a:ln w="22860">
            <a:solidFill>
              <a:srgbClr val="2875B9"/>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10" name=""/>
          <p:cNvSpPr/>
          <p:nvPr/>
        </p:nvSpPr>
        <p:spPr>
          <a:xfrm>
            <a:off x="9410760" y="6114960"/>
            <a:ext cx="75960" cy="75960"/>
          </a:xfrm>
          <a:prstGeom prst="ellipse">
            <a:avLst/>
          </a:prstGeom>
          <a:solidFill>
            <a:srgbClr val="F7F9FC"/>
          </a:solidFill>
          <a:ln w="22860">
            <a:solidFill>
              <a:srgbClr val="2875B9"/>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11" name=""/>
          <p:cNvSpPr/>
          <p:nvPr/>
        </p:nvSpPr>
        <p:spPr>
          <a:xfrm>
            <a:off x="9648720" y="6114960"/>
            <a:ext cx="75960" cy="75960"/>
          </a:xfrm>
          <a:prstGeom prst="ellipse">
            <a:avLst/>
          </a:prstGeom>
          <a:solidFill>
            <a:srgbClr val="F7F9FC"/>
          </a:solidFill>
          <a:ln w="22860">
            <a:solidFill>
              <a:srgbClr val="2875B9"/>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12" name=""/>
          <p:cNvSpPr/>
          <p:nvPr/>
        </p:nvSpPr>
        <p:spPr>
          <a:xfrm>
            <a:off x="11544480" y="6114960"/>
            <a:ext cx="75960" cy="75960"/>
          </a:xfrm>
          <a:prstGeom prst="ellipse">
            <a:avLst/>
          </a:prstGeom>
          <a:solidFill>
            <a:srgbClr val="F7F9FC"/>
          </a:solidFill>
          <a:ln w="22860">
            <a:solidFill>
              <a:srgbClr val="A078D3"/>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13" name=""/>
          <p:cNvSpPr/>
          <p:nvPr/>
        </p:nvSpPr>
        <p:spPr>
          <a:xfrm>
            <a:off x="12534840" y="6114960"/>
            <a:ext cx="75960" cy="75960"/>
          </a:xfrm>
          <a:prstGeom prst="ellipse">
            <a:avLst/>
          </a:prstGeom>
          <a:solidFill>
            <a:srgbClr val="F7F9FC"/>
          </a:solidFill>
          <a:ln w="22860">
            <a:solidFill>
              <a:srgbClr val="A078D3"/>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14" name=""/>
          <p:cNvSpPr/>
          <p:nvPr/>
        </p:nvSpPr>
        <p:spPr>
          <a:xfrm>
            <a:off x="13316040" y="6114960"/>
            <a:ext cx="75960" cy="75960"/>
          </a:xfrm>
          <a:prstGeom prst="ellipse">
            <a:avLst/>
          </a:prstGeom>
          <a:solidFill>
            <a:srgbClr val="F7F9FC"/>
          </a:solidFill>
          <a:ln w="22860">
            <a:solidFill>
              <a:srgbClr val="A078D3"/>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15" name=""/>
          <p:cNvSpPr/>
          <p:nvPr/>
        </p:nvSpPr>
        <p:spPr>
          <a:xfrm>
            <a:off x="13868280" y="6114960"/>
            <a:ext cx="75960" cy="75960"/>
          </a:xfrm>
          <a:prstGeom prst="ellipse">
            <a:avLst/>
          </a:prstGeom>
          <a:solidFill>
            <a:srgbClr val="F7F9FC"/>
          </a:solidFill>
          <a:ln w="22860">
            <a:solidFill>
              <a:srgbClr val="A078D3"/>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16" name=""/>
          <p:cNvSpPr/>
          <p:nvPr/>
        </p:nvSpPr>
        <p:spPr>
          <a:xfrm>
            <a:off x="14040000" y="6095880"/>
            <a:ext cx="114120" cy="114120"/>
          </a:xfrm>
          <a:prstGeom prst="rect">
            <a:avLst/>
          </a:prstGeom>
          <a:solidFill>
            <a:srgbClr val="F7F9FC"/>
          </a:solidFill>
          <a:ln w="19050">
            <a:solidFill>
              <a:srgbClr val="B18029"/>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17" name=""/>
          <p:cNvSpPr/>
          <p:nvPr/>
        </p:nvSpPr>
        <p:spPr>
          <a:xfrm flipV="1">
            <a:off x="4181400" y="5924520"/>
            <a:ext cx="104760" cy="457200"/>
          </a:xfrm>
          <a:prstGeom prst="line">
            <a:avLst/>
          </a:prstGeom>
          <a:ln w="19050">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18" name=""/>
          <p:cNvSpPr/>
          <p:nvPr/>
        </p:nvSpPr>
        <p:spPr>
          <a:xfrm>
            <a:off x="4286160" y="5924520"/>
            <a:ext cx="476280" cy="360"/>
          </a:xfrm>
          <a:prstGeom prst="line">
            <a:avLst/>
          </a:prstGeom>
          <a:ln w="19050">
            <a:solidFill>
              <a:srgbClr val="2875B9"/>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19" name=""/>
          <p:cNvSpPr/>
          <p:nvPr/>
        </p:nvSpPr>
        <p:spPr>
          <a:xfrm>
            <a:off x="4762440" y="5924520"/>
            <a:ext cx="104760" cy="457200"/>
          </a:xfrm>
          <a:prstGeom prst="line">
            <a:avLst/>
          </a:prstGeom>
          <a:ln w="19050">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20" name=""/>
          <p:cNvSpPr/>
          <p:nvPr/>
        </p:nvSpPr>
        <p:spPr>
          <a:xfrm>
            <a:off x="4352760" y="5886360"/>
            <a:ext cx="75960" cy="75960"/>
          </a:xfrm>
          <a:prstGeom prst="ellipse">
            <a:avLst/>
          </a:prstGeom>
          <a:solidFill>
            <a:srgbClr val="F7F9FC"/>
          </a:solidFill>
          <a:ln w="22860">
            <a:solidFill>
              <a:srgbClr val="2875B9"/>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21" name=""/>
          <p:cNvSpPr/>
          <p:nvPr/>
        </p:nvSpPr>
        <p:spPr>
          <a:xfrm>
            <a:off x="4552920" y="5886360"/>
            <a:ext cx="75960" cy="75960"/>
          </a:xfrm>
          <a:prstGeom prst="ellipse">
            <a:avLst/>
          </a:prstGeom>
          <a:solidFill>
            <a:srgbClr val="F7F9FC"/>
          </a:solidFill>
          <a:ln w="22860">
            <a:solidFill>
              <a:srgbClr val="2875B9"/>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22" name=""/>
          <p:cNvSpPr/>
          <p:nvPr/>
        </p:nvSpPr>
        <p:spPr>
          <a:xfrm flipV="1">
            <a:off x="8877240" y="5695920"/>
            <a:ext cx="123840" cy="457200"/>
          </a:xfrm>
          <a:prstGeom prst="line">
            <a:avLst/>
          </a:prstGeom>
          <a:ln w="19050">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23" name=""/>
          <p:cNvSpPr/>
          <p:nvPr/>
        </p:nvSpPr>
        <p:spPr>
          <a:xfrm>
            <a:off x="9001080" y="5695920"/>
            <a:ext cx="533160" cy="360"/>
          </a:xfrm>
          <a:prstGeom prst="line">
            <a:avLst/>
          </a:prstGeom>
          <a:ln w="19050">
            <a:solidFill>
              <a:srgbClr val="2875B9"/>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24" name=""/>
          <p:cNvSpPr/>
          <p:nvPr/>
        </p:nvSpPr>
        <p:spPr>
          <a:xfrm>
            <a:off x="9534240" y="5695920"/>
            <a:ext cx="85680" cy="457200"/>
          </a:xfrm>
          <a:prstGeom prst="line">
            <a:avLst/>
          </a:prstGeom>
          <a:ln w="19050">
            <a:solidFill>
              <a:srgbClr val="2875B9"/>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25" name=""/>
          <p:cNvSpPr/>
          <p:nvPr/>
        </p:nvSpPr>
        <p:spPr>
          <a:xfrm>
            <a:off x="9029880" y="5657760"/>
            <a:ext cx="75960" cy="75960"/>
          </a:xfrm>
          <a:prstGeom prst="ellipse">
            <a:avLst/>
          </a:prstGeom>
          <a:solidFill>
            <a:srgbClr val="F7F9FC"/>
          </a:solidFill>
          <a:ln w="22860">
            <a:solidFill>
              <a:srgbClr val="2875B9"/>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26" name=""/>
          <p:cNvSpPr/>
          <p:nvPr/>
        </p:nvSpPr>
        <p:spPr>
          <a:xfrm>
            <a:off x="9124920" y="5657760"/>
            <a:ext cx="75960" cy="75960"/>
          </a:xfrm>
          <a:prstGeom prst="ellipse">
            <a:avLst/>
          </a:prstGeom>
          <a:solidFill>
            <a:srgbClr val="F7F9FC"/>
          </a:solidFill>
          <a:ln w="22860">
            <a:solidFill>
              <a:srgbClr val="2875B9"/>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27" name=""/>
          <p:cNvSpPr/>
          <p:nvPr/>
        </p:nvSpPr>
        <p:spPr>
          <a:xfrm>
            <a:off x="9239400" y="5657760"/>
            <a:ext cx="75960" cy="75960"/>
          </a:xfrm>
          <a:prstGeom prst="ellipse">
            <a:avLst/>
          </a:prstGeom>
          <a:solidFill>
            <a:srgbClr val="F7F9FC"/>
          </a:solidFill>
          <a:ln w="22860">
            <a:solidFill>
              <a:srgbClr val="2875B9"/>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28" name=""/>
          <p:cNvSpPr/>
          <p:nvPr/>
        </p:nvSpPr>
        <p:spPr>
          <a:xfrm>
            <a:off x="9344160" y="5657760"/>
            <a:ext cx="75960" cy="75960"/>
          </a:xfrm>
          <a:prstGeom prst="ellipse">
            <a:avLst/>
          </a:prstGeom>
          <a:solidFill>
            <a:srgbClr val="F7F9FC"/>
          </a:solidFill>
          <a:ln w="22860">
            <a:solidFill>
              <a:srgbClr val="2875B9"/>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29" name=""/>
          <p:cNvSpPr/>
          <p:nvPr/>
        </p:nvSpPr>
        <p:spPr>
          <a:xfrm flipV="1">
            <a:off x="7333920" y="6610320"/>
            <a:ext cx="133560" cy="228600"/>
          </a:xfrm>
          <a:prstGeom prst="line">
            <a:avLst/>
          </a:prstGeom>
          <a:ln w="19050">
            <a:solidFill>
              <a:srgbClr val="0B867B"/>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30" name=""/>
          <p:cNvSpPr/>
          <p:nvPr/>
        </p:nvSpPr>
        <p:spPr>
          <a:xfrm>
            <a:off x="7467480" y="6610320"/>
            <a:ext cx="1600200" cy="360"/>
          </a:xfrm>
          <a:prstGeom prst="line">
            <a:avLst/>
          </a:prstGeom>
          <a:ln w="19050">
            <a:solidFill>
              <a:srgbClr val="0B867B"/>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31" name=""/>
          <p:cNvSpPr/>
          <p:nvPr/>
        </p:nvSpPr>
        <p:spPr>
          <a:xfrm>
            <a:off x="7620120" y="6572160"/>
            <a:ext cx="75960" cy="75960"/>
          </a:xfrm>
          <a:prstGeom prst="ellipse">
            <a:avLst/>
          </a:prstGeom>
          <a:solidFill>
            <a:srgbClr val="F7F9FC"/>
          </a:solidFill>
          <a:ln w="22860">
            <a:solidFill>
              <a:srgbClr val="0B867B"/>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32" name=""/>
          <p:cNvSpPr/>
          <p:nvPr/>
        </p:nvSpPr>
        <p:spPr>
          <a:xfrm>
            <a:off x="7972560" y="6572160"/>
            <a:ext cx="75960" cy="75960"/>
          </a:xfrm>
          <a:prstGeom prst="ellipse">
            <a:avLst/>
          </a:prstGeom>
          <a:solidFill>
            <a:srgbClr val="F7F9FC"/>
          </a:solidFill>
          <a:ln w="22860">
            <a:solidFill>
              <a:srgbClr val="0B867B"/>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33" name=""/>
          <p:cNvSpPr/>
          <p:nvPr/>
        </p:nvSpPr>
        <p:spPr>
          <a:xfrm>
            <a:off x="8277120" y="6572160"/>
            <a:ext cx="75960" cy="75960"/>
          </a:xfrm>
          <a:prstGeom prst="ellipse">
            <a:avLst/>
          </a:prstGeom>
          <a:solidFill>
            <a:srgbClr val="F7F9FC"/>
          </a:solidFill>
          <a:ln w="22860">
            <a:solidFill>
              <a:srgbClr val="0B867B"/>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34" name=""/>
          <p:cNvSpPr/>
          <p:nvPr/>
        </p:nvSpPr>
        <p:spPr>
          <a:xfrm>
            <a:off x="8715240" y="6572160"/>
            <a:ext cx="75960" cy="75960"/>
          </a:xfrm>
          <a:prstGeom prst="ellipse">
            <a:avLst/>
          </a:prstGeom>
          <a:solidFill>
            <a:srgbClr val="F7F9FC"/>
          </a:solidFill>
          <a:ln w="22860">
            <a:solidFill>
              <a:srgbClr val="0B867B"/>
            </a:solidFill>
            <a:round/>
          </a:ln>
        </p:spPr>
        <p:style>
          <a:lnRef idx="0"/>
          <a:fillRef idx="0"/>
          <a:effectRef idx="0"/>
          <a:fontRef idx="minor"/>
        </p:style>
        <p:txBody>
          <a:bodyPr lIns="90000" tIns="8640" rIns="90000" bIns="8640" anchor="t">
            <a:noAutofit/>
          </a:bodyPr>
          <a:p>
            <a:pPr/>
            <a:endParaRPr lang="en-US" sz="1800" b="0" u="none" strike="noStrike">
              <a:solidFill>
                <a:srgbClr val="000000"/>
              </a:solidFill>
              <a:effectLst/>
              <a:uFillTx/>
              <a:latin typeface="Arial"/>
            </a:endParaRPr>
          </a:p>
        </p:txBody>
      </p:sp>
      <p:sp>
        <p:nvSpPr>
          <p:cNvPr id="435" name=""/>
          <p:cNvSpPr/>
          <p:nvPr/>
        </p:nvSpPr>
        <p:spPr>
          <a:xfrm>
            <a:off x="9067680" y="6610320"/>
            <a:ext cx="57240" cy="360"/>
          </a:xfrm>
          <a:prstGeom prst="line">
            <a:avLst/>
          </a:prstGeom>
          <a:ln w="19050">
            <a:solidFill>
              <a:srgbClr val="A6B2C0"/>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36" name=""/>
          <p:cNvSpPr/>
          <p:nvPr/>
        </p:nvSpPr>
        <p:spPr>
          <a:xfrm>
            <a:off x="9191520" y="6610320"/>
            <a:ext cx="57240" cy="360"/>
          </a:xfrm>
          <a:prstGeom prst="line">
            <a:avLst/>
          </a:prstGeom>
          <a:ln w="19050">
            <a:solidFill>
              <a:srgbClr val="A6B2C0"/>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37" name=""/>
          <p:cNvSpPr/>
          <p:nvPr/>
        </p:nvSpPr>
        <p:spPr>
          <a:xfrm>
            <a:off x="9315360" y="6610320"/>
            <a:ext cx="57240" cy="360"/>
          </a:xfrm>
          <a:prstGeom prst="line">
            <a:avLst/>
          </a:prstGeom>
          <a:ln w="19050">
            <a:solidFill>
              <a:srgbClr val="A6B2C0"/>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38" name=""/>
          <p:cNvSpPr/>
          <p:nvPr/>
        </p:nvSpPr>
        <p:spPr>
          <a:xfrm>
            <a:off x="9439200" y="6610320"/>
            <a:ext cx="56880" cy="360"/>
          </a:xfrm>
          <a:prstGeom prst="line">
            <a:avLst/>
          </a:prstGeom>
          <a:ln w="19050">
            <a:solidFill>
              <a:srgbClr val="A6B2C0"/>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39" name=""/>
          <p:cNvSpPr/>
          <p:nvPr/>
        </p:nvSpPr>
        <p:spPr>
          <a:xfrm>
            <a:off x="9563040" y="6610320"/>
            <a:ext cx="56880" cy="360"/>
          </a:xfrm>
          <a:prstGeom prst="line">
            <a:avLst/>
          </a:prstGeom>
          <a:ln w="19050">
            <a:solidFill>
              <a:srgbClr val="A6B2C0"/>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40" name=""/>
          <p:cNvSpPr/>
          <p:nvPr/>
        </p:nvSpPr>
        <p:spPr>
          <a:xfrm>
            <a:off x="9686880" y="6610320"/>
            <a:ext cx="56880" cy="360"/>
          </a:xfrm>
          <a:prstGeom prst="line">
            <a:avLst/>
          </a:prstGeom>
          <a:ln w="19050">
            <a:solidFill>
              <a:srgbClr val="A6B2C0"/>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41" name=""/>
          <p:cNvSpPr/>
          <p:nvPr/>
        </p:nvSpPr>
        <p:spPr>
          <a:xfrm>
            <a:off x="9810720" y="6610320"/>
            <a:ext cx="56880" cy="360"/>
          </a:xfrm>
          <a:prstGeom prst="line">
            <a:avLst/>
          </a:prstGeom>
          <a:ln w="19050">
            <a:solidFill>
              <a:srgbClr val="A6B2C0"/>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42" name=""/>
          <p:cNvSpPr/>
          <p:nvPr/>
        </p:nvSpPr>
        <p:spPr>
          <a:xfrm>
            <a:off x="9934560" y="6610320"/>
            <a:ext cx="56880" cy="360"/>
          </a:xfrm>
          <a:prstGeom prst="line">
            <a:avLst/>
          </a:prstGeom>
          <a:ln w="19050">
            <a:solidFill>
              <a:srgbClr val="A6B2C0"/>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43" name=""/>
          <p:cNvSpPr/>
          <p:nvPr/>
        </p:nvSpPr>
        <p:spPr>
          <a:xfrm>
            <a:off x="10058400" y="6610320"/>
            <a:ext cx="56880" cy="360"/>
          </a:xfrm>
          <a:prstGeom prst="line">
            <a:avLst/>
          </a:prstGeom>
          <a:ln w="19050">
            <a:solidFill>
              <a:srgbClr val="A6B2C0"/>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44" name=""/>
          <p:cNvSpPr/>
          <p:nvPr/>
        </p:nvSpPr>
        <p:spPr>
          <a:xfrm>
            <a:off x="10181880" y="6610320"/>
            <a:ext cx="57240" cy="360"/>
          </a:xfrm>
          <a:prstGeom prst="line">
            <a:avLst/>
          </a:prstGeom>
          <a:ln w="19050">
            <a:solidFill>
              <a:srgbClr val="A6B2C0"/>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45" name=""/>
          <p:cNvSpPr/>
          <p:nvPr/>
        </p:nvSpPr>
        <p:spPr>
          <a:xfrm>
            <a:off x="10305720" y="6610320"/>
            <a:ext cx="57240" cy="360"/>
          </a:xfrm>
          <a:prstGeom prst="line">
            <a:avLst/>
          </a:prstGeom>
          <a:ln w="19050">
            <a:solidFill>
              <a:srgbClr val="A6B2C0"/>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46" name=""/>
          <p:cNvSpPr/>
          <p:nvPr/>
        </p:nvSpPr>
        <p:spPr>
          <a:xfrm>
            <a:off x="10429560" y="6610320"/>
            <a:ext cx="57240" cy="360"/>
          </a:xfrm>
          <a:prstGeom prst="line">
            <a:avLst/>
          </a:prstGeom>
          <a:ln w="19050">
            <a:solidFill>
              <a:srgbClr val="A6B2C0"/>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47" name=""/>
          <p:cNvSpPr/>
          <p:nvPr/>
        </p:nvSpPr>
        <p:spPr>
          <a:xfrm>
            <a:off x="10553400" y="6610320"/>
            <a:ext cx="57240" cy="360"/>
          </a:xfrm>
          <a:prstGeom prst="line">
            <a:avLst/>
          </a:prstGeom>
          <a:ln w="19050">
            <a:solidFill>
              <a:srgbClr val="A6B2C0"/>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48" name=""/>
          <p:cNvSpPr/>
          <p:nvPr/>
        </p:nvSpPr>
        <p:spPr>
          <a:xfrm>
            <a:off x="10677240" y="6610320"/>
            <a:ext cx="57240" cy="360"/>
          </a:xfrm>
          <a:prstGeom prst="line">
            <a:avLst/>
          </a:prstGeom>
          <a:ln w="19050">
            <a:solidFill>
              <a:srgbClr val="A6B2C0"/>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49" name=""/>
          <p:cNvSpPr/>
          <p:nvPr/>
        </p:nvSpPr>
        <p:spPr>
          <a:xfrm>
            <a:off x="10801080" y="6610320"/>
            <a:ext cx="57240" cy="360"/>
          </a:xfrm>
          <a:prstGeom prst="line">
            <a:avLst/>
          </a:prstGeom>
          <a:ln w="19050">
            <a:solidFill>
              <a:srgbClr val="A6B2C0"/>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50" name=""/>
          <p:cNvSpPr/>
          <p:nvPr/>
        </p:nvSpPr>
        <p:spPr>
          <a:xfrm>
            <a:off x="10906200" y="6562800"/>
            <a:ext cx="95040" cy="95040"/>
          </a:xfrm>
          <a:prstGeom prst="ellipse">
            <a:avLst/>
          </a:prstGeom>
          <a:solidFill>
            <a:srgbClr val="F7F9FC"/>
          </a:solidFill>
          <a:ln w="22860">
            <a:solidFill>
              <a:srgbClr val="0B867B"/>
            </a:solidFill>
            <a:round/>
          </a:ln>
        </p:spPr>
        <p:style>
          <a:lnRef idx="0"/>
          <a:fillRef idx="0"/>
          <a:effectRef idx="0"/>
          <a:fontRef idx="minor"/>
        </p:style>
        <p:txBody>
          <a:bodyPr lIns="90000" tIns="22680" rIns="90000" bIns="22680" anchor="t">
            <a:noAutofit/>
          </a:bodyPr>
          <a:p>
            <a:pPr/>
            <a:endParaRPr lang="en-US" sz="1800" b="0" u="none" strike="noStrike">
              <a:solidFill>
                <a:srgbClr val="000000"/>
              </a:solidFill>
              <a:effectLst/>
              <a:uFillTx/>
              <a:latin typeface="Arial"/>
            </a:endParaRPr>
          </a:p>
        </p:txBody>
      </p:sp>
      <p:sp>
        <p:nvSpPr>
          <p:cNvPr id="451" name=""/>
          <p:cNvSpPr/>
          <p:nvPr/>
        </p:nvSpPr>
        <p:spPr>
          <a:xfrm>
            <a:off x="3476520" y="6039000"/>
            <a:ext cx="1447560" cy="26640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350" b="1" u="none" strike="noStrike">
                <a:solidFill>
                  <a:srgbClr val="2875B9"/>
                </a:solidFill>
                <a:effectLst/>
                <a:uFillTx/>
                <a:latin typeface="Arial"/>
                <a:ea typeface="Arial"/>
              </a:rPr>
              <a:t>Coding</a:t>
            </a:r>
            <a:endParaRPr lang="en-US" sz="1350" b="0" u="none" strike="noStrike">
              <a:solidFill>
                <a:srgbClr val="000000"/>
              </a:solidFill>
              <a:effectLst/>
              <a:uFillTx/>
              <a:latin typeface="Arial"/>
            </a:endParaRPr>
          </a:p>
        </p:txBody>
      </p:sp>
      <p:sp>
        <p:nvSpPr>
          <p:cNvPr id="452" name=""/>
          <p:cNvSpPr/>
          <p:nvPr/>
        </p:nvSpPr>
        <p:spPr>
          <a:xfrm>
            <a:off x="4952880" y="6039000"/>
            <a:ext cx="1104480" cy="26640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350" b="0" u="none" strike="noStrike">
                <a:solidFill>
                  <a:srgbClr val="53667E"/>
                </a:solidFill>
                <a:effectLst/>
                <a:uFillTx/>
                <a:latin typeface="Arial"/>
                <a:ea typeface="Arial"/>
              </a:rPr>
              <a:t>Handoff</a:t>
            </a:r>
            <a:endParaRPr lang="en-US" sz="1350" b="0" u="none" strike="noStrike">
              <a:solidFill>
                <a:srgbClr val="000000"/>
              </a:solidFill>
              <a:effectLst/>
              <a:uFillTx/>
              <a:latin typeface="Arial"/>
            </a:endParaRPr>
          </a:p>
        </p:txBody>
      </p:sp>
      <p:sp>
        <p:nvSpPr>
          <p:cNvPr id="453" name=""/>
          <p:cNvSpPr/>
          <p:nvPr/>
        </p:nvSpPr>
        <p:spPr>
          <a:xfrm>
            <a:off x="6143760" y="6039000"/>
            <a:ext cx="1771200" cy="26640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350" b="1" u="none" strike="noStrike">
                <a:solidFill>
                  <a:srgbClr val="A078D3"/>
                </a:solidFill>
                <a:effectLst/>
                <a:uFillTx/>
                <a:latin typeface="Arial"/>
                <a:ea typeface="Arial"/>
              </a:rPr>
              <a:t>Validation</a:t>
            </a:r>
            <a:endParaRPr lang="en-US" sz="1350" b="0" u="none" strike="noStrike">
              <a:solidFill>
                <a:srgbClr val="000000"/>
              </a:solidFill>
              <a:effectLst/>
              <a:uFillTx/>
              <a:latin typeface="Arial"/>
            </a:endParaRPr>
          </a:p>
        </p:txBody>
      </p:sp>
      <p:sp>
        <p:nvSpPr>
          <p:cNvPr id="454" name=""/>
          <p:cNvSpPr/>
          <p:nvPr/>
        </p:nvSpPr>
        <p:spPr>
          <a:xfrm>
            <a:off x="9020160" y="5315040"/>
            <a:ext cx="1828440" cy="25668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350" b="1" u="none" strike="noStrike">
                <a:solidFill>
                  <a:srgbClr val="2875B9"/>
                </a:solidFill>
                <a:effectLst/>
                <a:uFillTx/>
                <a:latin typeface="Arial"/>
                <a:ea typeface="Arial"/>
              </a:rPr>
              <a:t>Faster coding</a:t>
            </a:r>
            <a:endParaRPr lang="en-US" sz="1350" b="0" u="none" strike="noStrike">
              <a:solidFill>
                <a:srgbClr val="000000"/>
              </a:solidFill>
              <a:effectLst/>
              <a:uFillTx/>
              <a:latin typeface="Arial"/>
            </a:endParaRPr>
          </a:p>
        </p:txBody>
      </p:sp>
      <p:sp>
        <p:nvSpPr>
          <p:cNvPr id="455" name=""/>
          <p:cNvSpPr/>
          <p:nvPr/>
        </p:nvSpPr>
        <p:spPr>
          <a:xfrm>
            <a:off x="9896400" y="5781600"/>
            <a:ext cx="1456920" cy="25668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350" b="0" u="none" strike="noStrike">
                <a:solidFill>
                  <a:srgbClr val="53667E"/>
                </a:solidFill>
                <a:effectLst/>
                <a:uFillTx/>
                <a:latin typeface="Arial"/>
                <a:ea typeface="Arial"/>
              </a:rPr>
              <a:t>Handoff / wait</a:t>
            </a:r>
            <a:endParaRPr lang="en-US" sz="1350" b="0" u="none" strike="noStrike">
              <a:solidFill>
                <a:srgbClr val="000000"/>
              </a:solidFill>
              <a:effectLst/>
              <a:uFillTx/>
              <a:latin typeface="Arial"/>
            </a:endParaRPr>
          </a:p>
        </p:txBody>
      </p:sp>
      <p:sp>
        <p:nvSpPr>
          <p:cNvPr id="456" name=""/>
          <p:cNvSpPr/>
          <p:nvPr/>
        </p:nvSpPr>
        <p:spPr>
          <a:xfrm>
            <a:off x="11763360" y="5781600"/>
            <a:ext cx="2285640" cy="25668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350" b="1" u="none" strike="noStrike">
                <a:solidFill>
                  <a:srgbClr val="A078D3"/>
                </a:solidFill>
                <a:effectLst/>
                <a:uFillTx/>
                <a:latin typeface="Arial"/>
                <a:ea typeface="Arial"/>
              </a:rPr>
              <a:t>Later validation</a:t>
            </a:r>
            <a:endParaRPr lang="en-US" sz="1350" b="0" u="none" strike="noStrike">
              <a:solidFill>
                <a:srgbClr val="000000"/>
              </a:solidFill>
              <a:effectLst/>
              <a:uFillTx/>
              <a:latin typeface="Arial"/>
            </a:endParaRPr>
          </a:p>
        </p:txBody>
      </p:sp>
      <p:sp>
        <p:nvSpPr>
          <p:cNvPr id="457" name=""/>
          <p:cNvSpPr/>
          <p:nvPr/>
        </p:nvSpPr>
        <p:spPr>
          <a:xfrm>
            <a:off x="2523960" y="7000920"/>
            <a:ext cx="666360" cy="247320"/>
          </a:xfrm>
          <a:prstGeom prst="rect">
            <a:avLst/>
          </a:prstGeom>
          <a:noFill/>
          <a:ln w="0">
            <a:noFill/>
          </a:ln>
        </p:spPr>
        <p:style>
          <a:lnRef idx="0"/>
          <a:fillRef idx="0"/>
          <a:effectRef idx="0"/>
          <a:fontRef idx="minor"/>
        </p:style>
        <p:txBody>
          <a:bodyPr wrap="none" lIns="0" tIns="0" rIns="0" bIns="0" anchor="ctr">
            <a:noAutofit/>
          </a:bodyPr>
          <a:p>
            <a:pPr algn="ctr">
              <a:lnSpc>
                <a:spcPct val="100000"/>
              </a:lnSpc>
            </a:pPr>
            <a:r>
              <a:rPr lang="en-US" sz="1280" b="0" u="none" strike="noStrike">
                <a:solidFill>
                  <a:srgbClr val="53667E"/>
                </a:solidFill>
                <a:effectLst/>
                <a:uFillTx/>
                <a:latin typeface="Arial"/>
                <a:ea typeface="Arial"/>
              </a:rPr>
              <a:t>−T</a:t>
            </a:r>
            <a:endParaRPr lang="en-US" sz="1280" b="0" u="none" strike="noStrike">
              <a:solidFill>
                <a:srgbClr val="000000"/>
              </a:solidFill>
              <a:effectLst/>
              <a:uFillTx/>
              <a:latin typeface="Arial"/>
            </a:endParaRPr>
          </a:p>
        </p:txBody>
      </p:sp>
      <p:sp>
        <p:nvSpPr>
          <p:cNvPr id="458" name=""/>
          <p:cNvSpPr/>
          <p:nvPr/>
        </p:nvSpPr>
        <p:spPr>
          <a:xfrm>
            <a:off x="5424480" y="7000920"/>
            <a:ext cx="666360" cy="247320"/>
          </a:xfrm>
          <a:prstGeom prst="rect">
            <a:avLst/>
          </a:prstGeom>
          <a:noFill/>
          <a:ln w="0">
            <a:noFill/>
          </a:ln>
        </p:spPr>
        <p:style>
          <a:lnRef idx="0"/>
          <a:fillRef idx="0"/>
          <a:effectRef idx="0"/>
          <a:fontRef idx="minor"/>
        </p:style>
        <p:txBody>
          <a:bodyPr wrap="none" lIns="0" tIns="0" rIns="0" bIns="0" anchor="ctr">
            <a:noAutofit/>
          </a:bodyPr>
          <a:p>
            <a:pPr algn="ctr">
              <a:lnSpc>
                <a:spcPct val="100000"/>
              </a:lnSpc>
            </a:pPr>
            <a:r>
              <a:rPr lang="en-US" sz="1280" b="0" u="none" strike="noStrike">
                <a:solidFill>
                  <a:srgbClr val="53667E"/>
                </a:solidFill>
                <a:effectLst/>
                <a:uFillTx/>
                <a:latin typeface="Arial"/>
                <a:ea typeface="Arial"/>
              </a:rPr>
              <a:t>−½ T</a:t>
            </a:r>
            <a:endParaRPr lang="en-US" sz="1280" b="0" u="none" strike="noStrike">
              <a:solidFill>
                <a:srgbClr val="000000"/>
              </a:solidFill>
              <a:effectLst/>
              <a:uFillTx/>
              <a:latin typeface="Arial"/>
            </a:endParaRPr>
          </a:p>
        </p:txBody>
      </p:sp>
      <p:sp>
        <p:nvSpPr>
          <p:cNvPr id="459" name=""/>
          <p:cNvSpPr/>
          <p:nvPr/>
        </p:nvSpPr>
        <p:spPr>
          <a:xfrm>
            <a:off x="8325000" y="7000920"/>
            <a:ext cx="666360" cy="247320"/>
          </a:xfrm>
          <a:prstGeom prst="rect">
            <a:avLst/>
          </a:prstGeom>
          <a:noFill/>
          <a:ln w="0">
            <a:noFill/>
          </a:ln>
        </p:spPr>
        <p:style>
          <a:lnRef idx="0"/>
          <a:fillRef idx="0"/>
          <a:effectRef idx="0"/>
          <a:fontRef idx="minor"/>
        </p:style>
        <p:txBody>
          <a:bodyPr wrap="none" lIns="0" tIns="0" rIns="0" bIns="0" anchor="ctr">
            <a:noAutofit/>
          </a:bodyPr>
          <a:p>
            <a:pPr algn="ctr">
              <a:lnSpc>
                <a:spcPct val="100000"/>
              </a:lnSpc>
            </a:pPr>
            <a:r>
              <a:rPr lang="en-US" sz="1280" b="0" u="none" strike="noStrike">
                <a:solidFill>
                  <a:srgbClr val="53667E"/>
                </a:solidFill>
                <a:effectLst/>
                <a:uFillTx/>
                <a:latin typeface="Arial"/>
                <a:ea typeface="Arial"/>
              </a:rPr>
              <a:t>0</a:t>
            </a:r>
            <a:endParaRPr lang="en-US" sz="1280" b="0" u="none" strike="noStrike">
              <a:solidFill>
                <a:srgbClr val="000000"/>
              </a:solidFill>
              <a:effectLst/>
              <a:uFillTx/>
              <a:latin typeface="Arial"/>
            </a:endParaRPr>
          </a:p>
        </p:txBody>
      </p:sp>
      <p:sp>
        <p:nvSpPr>
          <p:cNvPr id="460" name=""/>
          <p:cNvSpPr/>
          <p:nvPr/>
        </p:nvSpPr>
        <p:spPr>
          <a:xfrm>
            <a:off x="11225160" y="7000920"/>
            <a:ext cx="666360" cy="247320"/>
          </a:xfrm>
          <a:prstGeom prst="rect">
            <a:avLst/>
          </a:prstGeom>
          <a:noFill/>
          <a:ln w="0">
            <a:noFill/>
          </a:ln>
        </p:spPr>
        <p:style>
          <a:lnRef idx="0"/>
          <a:fillRef idx="0"/>
          <a:effectRef idx="0"/>
          <a:fontRef idx="minor"/>
        </p:style>
        <p:txBody>
          <a:bodyPr wrap="none" lIns="0" tIns="0" rIns="0" bIns="0" anchor="ctr">
            <a:noAutofit/>
          </a:bodyPr>
          <a:p>
            <a:pPr algn="ctr">
              <a:lnSpc>
                <a:spcPct val="100000"/>
              </a:lnSpc>
            </a:pPr>
            <a:r>
              <a:rPr lang="en-US" sz="1280" b="0" u="none" strike="noStrike">
                <a:solidFill>
                  <a:srgbClr val="53667E"/>
                </a:solidFill>
                <a:effectLst/>
                <a:uFillTx/>
                <a:latin typeface="Arial"/>
                <a:ea typeface="Arial"/>
              </a:rPr>
              <a:t>+½ T</a:t>
            </a:r>
            <a:endParaRPr lang="en-US" sz="1280" b="0" u="none" strike="noStrike">
              <a:solidFill>
                <a:srgbClr val="000000"/>
              </a:solidFill>
              <a:effectLst/>
              <a:uFillTx/>
              <a:latin typeface="Arial"/>
            </a:endParaRPr>
          </a:p>
        </p:txBody>
      </p:sp>
      <p:sp>
        <p:nvSpPr>
          <p:cNvPr id="461" name=""/>
          <p:cNvSpPr/>
          <p:nvPr/>
        </p:nvSpPr>
        <p:spPr>
          <a:xfrm>
            <a:off x="14125680" y="7000920"/>
            <a:ext cx="666360" cy="247320"/>
          </a:xfrm>
          <a:prstGeom prst="rect">
            <a:avLst/>
          </a:prstGeom>
          <a:noFill/>
          <a:ln w="0">
            <a:noFill/>
          </a:ln>
        </p:spPr>
        <p:style>
          <a:lnRef idx="0"/>
          <a:fillRef idx="0"/>
          <a:effectRef idx="0"/>
          <a:fontRef idx="minor"/>
        </p:style>
        <p:txBody>
          <a:bodyPr wrap="none" lIns="0" tIns="0" rIns="0" bIns="0" anchor="ctr">
            <a:noAutofit/>
          </a:bodyPr>
          <a:p>
            <a:pPr algn="ctr">
              <a:lnSpc>
                <a:spcPct val="100000"/>
              </a:lnSpc>
            </a:pPr>
            <a:r>
              <a:rPr lang="en-US" sz="1280" b="0" u="none" strike="noStrike">
                <a:solidFill>
                  <a:srgbClr val="53667E"/>
                </a:solidFill>
                <a:effectLst/>
                <a:uFillTx/>
                <a:latin typeface="Arial"/>
                <a:ea typeface="Arial"/>
              </a:rPr>
              <a:t>+T</a:t>
            </a:r>
            <a:endParaRPr lang="en-US" sz="1280" b="0" u="none" strike="noStrike">
              <a:solidFill>
                <a:srgbClr val="000000"/>
              </a:solidFill>
              <a:effectLst/>
              <a:uFillTx/>
              <a:latin typeface="Arial"/>
            </a:endParaRPr>
          </a:p>
        </p:txBody>
      </p:sp>
      <p:sp>
        <p:nvSpPr>
          <p:cNvPr id="462" name=""/>
          <p:cNvSpPr/>
          <p:nvPr/>
        </p:nvSpPr>
        <p:spPr>
          <a:xfrm>
            <a:off x="2952720" y="7353360"/>
            <a:ext cx="11601000" cy="275760"/>
          </a:xfrm>
          <a:prstGeom prst="rect">
            <a:avLst/>
          </a:prstGeom>
          <a:noFill/>
          <a:ln w="0">
            <a:noFill/>
          </a:ln>
        </p:spPr>
        <p:style>
          <a:lnRef idx="0"/>
          <a:fillRef idx="0"/>
          <a:effectRef idx="0"/>
          <a:fontRef idx="minor"/>
        </p:style>
        <p:txBody>
          <a:bodyPr wrap="none" lIns="0" tIns="0" rIns="0" bIns="0" anchor="ctr">
            <a:noAutofit/>
          </a:bodyPr>
          <a:p>
            <a:pPr algn="ctr">
              <a:lnSpc>
                <a:spcPct val="100000"/>
              </a:lnSpc>
            </a:pPr>
            <a:r>
              <a:rPr lang="en-US" sz="1650" b="1" u="none" strike="noStrike">
                <a:solidFill>
                  <a:srgbClr val="B18029"/>
                </a:solidFill>
                <a:effectLst/>
                <a:uFillTx/>
                <a:latin typeface="Arial"/>
                <a:ea typeface="Arial"/>
              </a:rPr>
              <a:t>Local coding improves, but stage gates still limit delivery</a:t>
            </a:r>
            <a:endParaRPr lang="en-US" sz="1650" b="0" u="none" strike="noStrike">
              <a:solidFill>
                <a:srgbClr val="000000"/>
              </a:solidFill>
              <a:effectLst/>
              <a:uFillTx/>
              <a:latin typeface="Arial"/>
            </a:endParaRPr>
          </a:p>
        </p:txBody>
      </p:sp>
      <p:sp>
        <p:nvSpPr>
          <p:cNvPr id="463" name=""/>
          <p:cNvSpPr/>
          <p:nvPr/>
        </p:nvSpPr>
        <p:spPr>
          <a:xfrm>
            <a:off x="714240" y="7867440"/>
            <a:ext cx="228600" cy="360"/>
          </a:xfrm>
          <a:prstGeom prst="line">
            <a:avLst/>
          </a:prstGeom>
          <a:ln w="28575">
            <a:solidFill>
              <a:srgbClr val="2875B9"/>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64" name=""/>
          <p:cNvSpPr/>
          <p:nvPr/>
        </p:nvSpPr>
        <p:spPr>
          <a:xfrm>
            <a:off x="1038240" y="7715160"/>
            <a:ext cx="1580760" cy="29484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350" b="0" u="none" strike="noStrike">
                <a:solidFill>
                  <a:srgbClr val="53667E"/>
                </a:solidFill>
                <a:effectLst/>
                <a:uFillTx/>
                <a:latin typeface="Arial"/>
                <a:ea typeface="Arial"/>
              </a:rPr>
              <a:t>Coding</a:t>
            </a:r>
            <a:endParaRPr lang="en-US" sz="1350" b="0" u="none" strike="noStrike">
              <a:solidFill>
                <a:srgbClr val="000000"/>
              </a:solidFill>
              <a:effectLst/>
              <a:uFillTx/>
              <a:latin typeface="Arial"/>
            </a:endParaRPr>
          </a:p>
        </p:txBody>
      </p:sp>
      <p:sp>
        <p:nvSpPr>
          <p:cNvPr id="465" name=""/>
          <p:cNvSpPr/>
          <p:nvPr/>
        </p:nvSpPr>
        <p:spPr>
          <a:xfrm>
            <a:off x="2476440" y="7867440"/>
            <a:ext cx="228600" cy="360"/>
          </a:xfrm>
          <a:prstGeom prst="line">
            <a:avLst/>
          </a:prstGeom>
          <a:ln w="28575">
            <a:solidFill>
              <a:srgbClr val="A078D3"/>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66" name=""/>
          <p:cNvSpPr/>
          <p:nvPr/>
        </p:nvSpPr>
        <p:spPr>
          <a:xfrm>
            <a:off x="2800440" y="7715160"/>
            <a:ext cx="1580760" cy="29484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350" b="0" u="none" strike="noStrike">
                <a:solidFill>
                  <a:srgbClr val="53667E"/>
                </a:solidFill>
                <a:effectLst/>
                <a:uFillTx/>
                <a:latin typeface="Arial"/>
                <a:ea typeface="Arial"/>
              </a:rPr>
              <a:t>Validation</a:t>
            </a:r>
            <a:endParaRPr lang="en-US" sz="1350" b="0" u="none" strike="noStrike">
              <a:solidFill>
                <a:srgbClr val="000000"/>
              </a:solidFill>
              <a:effectLst/>
              <a:uFillTx/>
              <a:latin typeface="Arial"/>
            </a:endParaRPr>
          </a:p>
        </p:txBody>
      </p:sp>
      <p:sp>
        <p:nvSpPr>
          <p:cNvPr id="467" name=""/>
          <p:cNvSpPr/>
          <p:nvPr/>
        </p:nvSpPr>
        <p:spPr>
          <a:xfrm>
            <a:off x="4381200" y="7867440"/>
            <a:ext cx="228600" cy="360"/>
          </a:xfrm>
          <a:prstGeom prst="line">
            <a:avLst/>
          </a:prstGeom>
          <a:ln w="28575">
            <a:solidFill>
              <a:srgbClr val="0B867B"/>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68" name=""/>
          <p:cNvSpPr/>
          <p:nvPr/>
        </p:nvSpPr>
        <p:spPr>
          <a:xfrm>
            <a:off x="4705200" y="7715160"/>
            <a:ext cx="1580760" cy="29484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350" b="0" u="none" strike="noStrike">
                <a:solidFill>
                  <a:srgbClr val="53667E"/>
                </a:solidFill>
                <a:effectLst/>
                <a:uFillTx/>
                <a:latin typeface="Arial"/>
                <a:ea typeface="Arial"/>
              </a:rPr>
              <a:t>CI / tools</a:t>
            </a:r>
            <a:endParaRPr lang="en-US" sz="1350" b="0" u="none" strike="noStrike">
              <a:solidFill>
                <a:srgbClr val="000000"/>
              </a:solidFill>
              <a:effectLst/>
              <a:uFillTx/>
              <a:latin typeface="Arial"/>
            </a:endParaRPr>
          </a:p>
        </p:txBody>
      </p:sp>
      <p:sp>
        <p:nvSpPr>
          <p:cNvPr id="469" name=""/>
          <p:cNvSpPr/>
          <p:nvPr/>
        </p:nvSpPr>
        <p:spPr>
          <a:xfrm>
            <a:off x="6400800" y="7810560"/>
            <a:ext cx="114120" cy="114120"/>
          </a:xfrm>
          <a:prstGeom prst="ellipse">
            <a:avLst/>
          </a:prstGeom>
          <a:solidFill>
            <a:srgbClr val="0B867B"/>
          </a:solidFill>
          <a:ln w="22860">
            <a:solidFill>
              <a:srgbClr val="0B867B"/>
            </a:solidFill>
            <a:round/>
          </a:ln>
        </p:spPr>
        <p:style>
          <a:lnRef idx="0"/>
          <a:fillRef idx="0"/>
          <a:effectRef idx="0"/>
          <a:fontRef idx="minor"/>
        </p:style>
        <p:txBody>
          <a:bodyPr lIns="90000" tIns="36000" rIns="90000" bIns="36000" anchor="t">
            <a:noAutofit/>
          </a:bodyPr>
          <a:p>
            <a:pPr/>
            <a:endParaRPr lang="en-US" sz="1800" b="0" u="none" strike="noStrike">
              <a:solidFill>
                <a:srgbClr val="FFFFFF"/>
              </a:solidFill>
              <a:effectLst/>
              <a:uFillTx/>
              <a:latin typeface="Arial"/>
            </a:endParaRPr>
          </a:p>
        </p:txBody>
      </p:sp>
      <p:sp>
        <p:nvSpPr>
          <p:cNvPr id="470" name=""/>
          <p:cNvSpPr/>
          <p:nvPr/>
        </p:nvSpPr>
        <p:spPr>
          <a:xfrm>
            <a:off x="6638760" y="7715160"/>
            <a:ext cx="1695240" cy="29484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350" b="0" u="none" strike="noStrike">
                <a:solidFill>
                  <a:srgbClr val="53667E"/>
                </a:solidFill>
                <a:effectLst/>
                <a:uFillTx/>
                <a:latin typeface="Arial"/>
                <a:ea typeface="Arial"/>
              </a:rPr>
              <a:t>Accepted merge</a:t>
            </a:r>
            <a:endParaRPr lang="en-US" sz="1350" b="0" u="none" strike="noStrike">
              <a:solidFill>
                <a:srgbClr val="000000"/>
              </a:solidFill>
              <a:effectLst/>
              <a:uFillTx/>
              <a:latin typeface="Arial"/>
            </a:endParaRPr>
          </a:p>
        </p:txBody>
      </p:sp>
      <p:sp>
        <p:nvSpPr>
          <p:cNvPr id="471" name=""/>
          <p:cNvSpPr/>
          <p:nvPr/>
        </p:nvSpPr>
        <p:spPr>
          <a:xfrm>
            <a:off x="8877240" y="7791480"/>
            <a:ext cx="151920" cy="151920"/>
          </a:xfrm>
          <a:prstGeom prst="diamond">
            <a:avLst/>
          </a:prstGeom>
          <a:solidFill>
            <a:srgbClr val="F7F9FC"/>
          </a:solidFill>
          <a:ln w="17145">
            <a:solidFill>
              <a:srgbClr val="0B867B"/>
            </a:solidFill>
            <a:round/>
          </a:ln>
        </p:spPr>
        <p:style>
          <a:lnRef idx="0"/>
          <a:fillRef idx="0"/>
          <a:effectRef idx="0"/>
          <a:fontRef idx="minor"/>
        </p:style>
        <p:txBody>
          <a:bodyPr lIns="90000" tIns="31320" rIns="90000" bIns="31320" anchor="t">
            <a:noAutofit/>
          </a:bodyPr>
          <a:p>
            <a:pPr/>
            <a:endParaRPr lang="en-US" sz="1800" b="0" u="none" strike="noStrike">
              <a:solidFill>
                <a:srgbClr val="000000"/>
              </a:solidFill>
              <a:effectLst/>
              <a:uFillTx/>
              <a:latin typeface="Arial"/>
            </a:endParaRPr>
          </a:p>
        </p:txBody>
      </p:sp>
      <p:sp>
        <p:nvSpPr>
          <p:cNvPr id="472" name=""/>
          <p:cNvSpPr/>
          <p:nvPr/>
        </p:nvSpPr>
        <p:spPr>
          <a:xfrm>
            <a:off x="8915400" y="7867440"/>
            <a:ext cx="28440" cy="28440"/>
          </a:xfrm>
          <a:prstGeom prst="line">
            <a:avLst/>
          </a:prstGeom>
          <a:ln w="14288">
            <a:solidFill>
              <a:srgbClr val="0B867B"/>
            </a:solidFill>
            <a:round/>
          </a:ln>
        </p:spPr>
        <p:style>
          <a:lnRef idx="0"/>
          <a:fillRef idx="0"/>
          <a:effectRef idx="0"/>
          <a:fontRef idx="minor"/>
        </p:style>
        <p:txBody>
          <a:bodyPr lIns="90000" tIns="-16560" rIns="90000" bIns="-16560" anchor="t" anchorCtr="1">
            <a:noAutofit/>
          </a:bodyPr>
          <a:p>
            <a:pPr/>
            <a:endParaRPr lang="en-US" sz="1800" b="0" u="none" strike="noStrike">
              <a:solidFill>
                <a:srgbClr val="000000"/>
              </a:solidFill>
              <a:effectLst/>
              <a:uFillTx/>
              <a:latin typeface="Arial"/>
            </a:endParaRPr>
          </a:p>
        </p:txBody>
      </p:sp>
      <p:sp>
        <p:nvSpPr>
          <p:cNvPr id="473" name=""/>
          <p:cNvSpPr/>
          <p:nvPr/>
        </p:nvSpPr>
        <p:spPr>
          <a:xfrm flipV="1">
            <a:off x="8943840" y="7839000"/>
            <a:ext cx="47520" cy="56880"/>
          </a:xfrm>
          <a:prstGeom prst="line">
            <a:avLst/>
          </a:prstGeom>
          <a:ln w="14288">
            <a:solidFill>
              <a:srgbClr val="0B867B"/>
            </a:solidFill>
            <a:round/>
          </a:ln>
        </p:spPr>
        <p:style>
          <a:lnRef idx="0"/>
          <a:fillRef idx="0"/>
          <a:effectRef idx="0"/>
          <a:fontRef idx="minor"/>
        </p:style>
        <p:txBody>
          <a:bodyPr lIns="90000" tIns="11880" rIns="90000" bIns="11880" anchor="t" anchorCtr="1">
            <a:noAutofit/>
          </a:bodyPr>
          <a:p>
            <a:pPr/>
            <a:endParaRPr lang="en-US" sz="1800" b="0" u="none" strike="noStrike">
              <a:solidFill>
                <a:srgbClr val="000000"/>
              </a:solidFill>
              <a:effectLst/>
              <a:uFillTx/>
              <a:latin typeface="Arial"/>
            </a:endParaRPr>
          </a:p>
        </p:txBody>
      </p:sp>
      <p:sp>
        <p:nvSpPr>
          <p:cNvPr id="474" name=""/>
          <p:cNvSpPr/>
          <p:nvPr/>
        </p:nvSpPr>
        <p:spPr>
          <a:xfrm>
            <a:off x="9124920" y="7715160"/>
            <a:ext cx="2180880" cy="29484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350" b="0" u="none" strike="noStrike">
                <a:solidFill>
                  <a:srgbClr val="53667E"/>
                </a:solidFill>
                <a:effectLst/>
                <a:uFillTx/>
                <a:latin typeface="Arial"/>
                <a:ea typeface="Arial"/>
              </a:rPr>
              <a:t>Automated CI check</a:t>
            </a:r>
            <a:endParaRPr lang="en-US" sz="1350" b="0" u="none" strike="noStrike">
              <a:solidFill>
                <a:srgbClr val="000000"/>
              </a:solidFill>
              <a:effectLst/>
              <a:uFillTx/>
              <a:latin typeface="Arial"/>
            </a:endParaRPr>
          </a:p>
        </p:txBody>
      </p:sp>
      <p:sp>
        <p:nvSpPr>
          <p:cNvPr id="475" name=""/>
          <p:cNvSpPr/>
          <p:nvPr/>
        </p:nvSpPr>
        <p:spPr>
          <a:xfrm>
            <a:off x="11782440" y="7810560"/>
            <a:ext cx="114120" cy="114120"/>
          </a:xfrm>
          <a:prstGeom prst="rect">
            <a:avLst/>
          </a:prstGeom>
          <a:solidFill>
            <a:srgbClr val="F7F9FC"/>
          </a:solidFill>
          <a:ln w="19050">
            <a:solidFill>
              <a:srgbClr val="B18029"/>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76" name=""/>
          <p:cNvSpPr/>
          <p:nvPr/>
        </p:nvSpPr>
        <p:spPr>
          <a:xfrm>
            <a:off x="12011040" y="7715160"/>
            <a:ext cx="2695320" cy="294840"/>
          </a:xfrm>
          <a:prstGeom prst="rect">
            <a:avLst/>
          </a:prstGeom>
          <a:noFill/>
          <a:ln w="0">
            <a:noFill/>
          </a:ln>
        </p:spPr>
        <p:style>
          <a:lnRef idx="0"/>
          <a:fillRef idx="0"/>
          <a:effectRef idx="0"/>
          <a:fontRef idx="minor"/>
        </p:style>
        <p:txBody>
          <a:bodyPr wrap="none" lIns="0" tIns="0" rIns="0" bIns="0" anchor="ctr">
            <a:noAutofit/>
          </a:bodyPr>
          <a:p>
            <a:pPr>
              <a:lnSpc>
                <a:spcPct val="100000"/>
              </a:lnSpc>
            </a:pPr>
            <a:r>
              <a:rPr lang="en-US" sz="1350" b="0" u="none" strike="noStrike">
                <a:solidFill>
                  <a:srgbClr val="53667E"/>
                </a:solidFill>
                <a:effectLst/>
                <a:uFillTx/>
                <a:latin typeface="Arial"/>
                <a:ea typeface="Arial"/>
              </a:rPr>
              <a:t>Manual stage review</a:t>
            </a:r>
            <a:endParaRPr lang="en-US" sz="1350" b="0" u="none" strike="noStrike">
              <a:solidFill>
                <a:srgbClr val="000000"/>
              </a:solidFill>
              <a:effectLst/>
              <a:uFillTx/>
              <a:latin typeface="Arial"/>
            </a:endParaRPr>
          </a:p>
        </p:txBody>
      </p:sp>
      <p:sp>
        <p:nvSpPr>
          <p:cNvPr id="477" name=""/>
          <p:cNvSpPr/>
          <p:nvPr/>
        </p:nvSpPr>
        <p:spPr>
          <a:xfrm>
            <a:off x="0" y="8143920"/>
            <a:ext cx="15239520" cy="428400"/>
          </a:xfrm>
          <a:prstGeom prst="rect">
            <a:avLst/>
          </a:prstGeom>
          <a:solidFill>
            <a:srgbClr val="0B152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78" name=""/>
          <p:cNvSpPr/>
          <p:nvPr/>
        </p:nvSpPr>
        <p:spPr>
          <a:xfrm>
            <a:off x="552600" y="8163000"/>
            <a:ext cx="14096520" cy="390240"/>
          </a:xfrm>
          <a:prstGeom prst="rect">
            <a:avLst/>
          </a:prstGeom>
          <a:noFill/>
          <a:ln w="0">
            <a:noFill/>
          </a:ln>
        </p:spPr>
        <p:style>
          <a:lnRef idx="0"/>
          <a:fillRef idx="0"/>
          <a:effectRef idx="0"/>
          <a:fontRef idx="minor"/>
        </p:style>
        <p:txBody>
          <a:bodyPr wrap="none" lIns="0" tIns="0" rIns="0" bIns="0" anchor="ctr">
            <a:noAutofit/>
          </a:bodyPr>
          <a:p>
            <a:pPr algn="ctr">
              <a:lnSpc>
                <a:spcPct val="100000"/>
              </a:lnSpc>
            </a:pPr>
            <a:r>
              <a:rPr lang="en-US" sz="1130" b="0" u="none" strike="noStrike">
                <a:solidFill>
                  <a:srgbClr val="C5D1DF"/>
                </a:solidFill>
                <a:effectLst/>
                <a:uFillTx/>
                <a:latin typeface="Arial"/>
                <a:ea typeface="Arial"/>
              </a:rPr>
              <a:t>Hypothetical scenario, not measured repo data. Same time scale and fixed lane spacing for both repos.</a:t>
            </a:r>
            <a:endParaRPr lang="en-US" sz="1130" b="0" u="none" strike="noStrike">
              <a:solidFill>
                <a:srgbClr val="000000"/>
              </a:solidFill>
              <a:effectLst/>
              <a:uFillTx/>
              <a:latin typeface="Arial"/>
            </a:endParaRPr>
          </a:p>
          <a:p>
            <a:pPr algn="ctr">
              <a:lnSpc>
                <a:spcPct val="100000"/>
              </a:lnSpc>
            </a:pPr>
            <a:r>
              <a:rPr lang="en-US" sz="1130" b="0" u="none" strike="noStrike">
                <a:solidFill>
                  <a:srgbClr val="C5D1DF"/>
                </a:solidFill>
                <a:effectLst/>
                <a:uFillTx/>
                <a:latin typeface="Arial"/>
                <a:ea typeface="Arial"/>
              </a:rPr>
              <a:t>Workflow and quality gates affect how local AI coding gains translate into accepted improvements.</a:t>
            </a:r>
            <a:endParaRPr lang="en-US" sz="113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pitchFamily="0" charset="1"/>
        <a:ea typeface=""/>
        <a:cs typeface=""/>
      </a:majorFont>
      <a:minorFont>
        <a:latin typeface="Aptos"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LibreOfficeDev/26.8.0.0.alpha0$Linux_X86_64 LibreOffice_project/2c87e51eeaa2b413ff4ae097b2705eea1995d8e5</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2026-10-09T10:53:50Z</dcterms:created>
  <dc:creator>Walnut Exporter</dc:creator>
  <dc:description/>
  <dc:language>en-US</dc:language>
  <cp:lastModifiedBy>Walnut Exporter</cp:lastModifiedBy>
  <dcterms:modified xsi:type="dcterms:W3CDTF">2026-10-09T10:53:50Z</dcterms:modified>
  <cp:revision>0</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Converted Presentation</vt:lpwstr>
  </property>
</Properties>
</file>